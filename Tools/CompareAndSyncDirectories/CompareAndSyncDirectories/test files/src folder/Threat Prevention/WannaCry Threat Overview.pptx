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5"/>
  </p:notesMasterIdLst>
  <p:handoutMasterIdLst>
    <p:handoutMasterId r:id="rId16"/>
  </p:handoutMasterIdLst>
  <p:sldIdLst>
    <p:sldId id="768" r:id="rId2"/>
    <p:sldId id="752" r:id="rId3"/>
    <p:sldId id="756" r:id="rId4"/>
    <p:sldId id="770" r:id="rId5"/>
    <p:sldId id="772" r:id="rId6"/>
    <p:sldId id="776" r:id="rId7"/>
    <p:sldId id="769" r:id="rId8"/>
    <p:sldId id="771" r:id="rId9"/>
    <p:sldId id="773" r:id="rId10"/>
    <p:sldId id="774" r:id="rId11"/>
    <p:sldId id="775" r:id="rId12"/>
    <p:sldId id="767" r:id="rId13"/>
    <p:sldId id="765" r:id="rId14"/>
  </p:sldIdLst>
  <p:sldSz cx="12188825" cy="6858000"/>
  <p:notesSz cx="7010400" cy="9296400"/>
  <p:defaultTextStyle>
    <a:defPPr>
      <a:defRPr lang="en-US"/>
    </a:defPPr>
    <a:lvl1pPr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1pPr>
    <a:lvl2pPr marL="609493"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2pPr>
    <a:lvl3pPr marL="1218987"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3pPr>
    <a:lvl4pPr marL="1828480"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4pPr>
    <a:lvl5pPr marL="2437973" algn="l" rtl="0" fontAlgn="base">
      <a:spcBef>
        <a:spcPct val="20000"/>
      </a:spcBef>
      <a:spcAft>
        <a:spcPct val="0"/>
      </a:spcAft>
      <a:buClr>
        <a:schemeClr val="accent2"/>
      </a:buClr>
      <a:buSzPct val="65000"/>
      <a:buFont typeface="Wingdings" pitchFamily="2" charset="2"/>
      <a:defRPr sz="4000" kern="1200">
        <a:solidFill>
          <a:schemeClr val="tx1"/>
        </a:solidFill>
        <a:latin typeface="Helvetica" pitchFamily="34" charset="0"/>
        <a:ea typeface="+mn-ea"/>
        <a:cs typeface="+mn-cs"/>
      </a:defRPr>
    </a:lvl5pPr>
    <a:lvl6pPr marL="3047467" algn="l" defTabSz="1218987" rtl="0" eaLnBrk="1" latinLnBrk="0" hangingPunct="1">
      <a:defRPr sz="4000" kern="1200">
        <a:solidFill>
          <a:schemeClr val="tx1"/>
        </a:solidFill>
        <a:latin typeface="Helvetica" pitchFamily="34" charset="0"/>
        <a:ea typeface="+mn-ea"/>
        <a:cs typeface="+mn-cs"/>
      </a:defRPr>
    </a:lvl6pPr>
    <a:lvl7pPr marL="3656960" algn="l" defTabSz="1218987" rtl="0" eaLnBrk="1" latinLnBrk="0" hangingPunct="1">
      <a:defRPr sz="4000" kern="1200">
        <a:solidFill>
          <a:schemeClr val="tx1"/>
        </a:solidFill>
        <a:latin typeface="Helvetica" pitchFamily="34" charset="0"/>
        <a:ea typeface="+mn-ea"/>
        <a:cs typeface="+mn-cs"/>
      </a:defRPr>
    </a:lvl7pPr>
    <a:lvl8pPr marL="4266453" algn="l" defTabSz="1218987" rtl="0" eaLnBrk="1" latinLnBrk="0" hangingPunct="1">
      <a:defRPr sz="4000" kern="1200">
        <a:solidFill>
          <a:schemeClr val="tx1"/>
        </a:solidFill>
        <a:latin typeface="Helvetica" pitchFamily="34" charset="0"/>
        <a:ea typeface="+mn-ea"/>
        <a:cs typeface="+mn-cs"/>
      </a:defRPr>
    </a:lvl8pPr>
    <a:lvl9pPr marL="4875947" algn="l" defTabSz="1218987" rtl="0" eaLnBrk="1" latinLnBrk="0" hangingPunct="1">
      <a:defRPr sz="4000" kern="1200">
        <a:solidFill>
          <a:schemeClr val="tx1"/>
        </a:solidFill>
        <a:latin typeface="Helvetica" pitchFamily="34" charset="0"/>
        <a:ea typeface="+mn-ea"/>
        <a:cs typeface="+mn-cs"/>
      </a:defRPr>
    </a:lvl9pPr>
  </p:defaultTextStyle>
  <p:extLst>
    <p:ext uri="{EFAFB233-063F-42B5-8137-9DF3F51BA10A}">
      <p15:sldGuideLst xmlns:p15="http://schemas.microsoft.com/office/powerpoint/2012/main" xmlns="">
        <p15:guide id="1" orient="horz" pos="1449">
          <p15:clr>
            <a:srgbClr val="A4A3A4"/>
          </p15:clr>
        </p15:guide>
        <p15:guide id="2" orient="horz" pos="4270">
          <p15:clr>
            <a:srgbClr val="A4A3A4"/>
          </p15:clr>
        </p15:guide>
        <p15:guide id="3" orient="horz" pos="3379">
          <p15:clr>
            <a:srgbClr val="A4A3A4"/>
          </p15:clr>
        </p15:guide>
        <p15:guide id="4" orient="horz" pos="536">
          <p15:clr>
            <a:srgbClr val="A4A3A4"/>
          </p15:clr>
        </p15:guide>
        <p15:guide id="5" orient="horz" pos="2476">
          <p15:clr>
            <a:srgbClr val="A4A3A4"/>
          </p15:clr>
        </p15:guide>
        <p15:guide id="6" orient="horz" pos="4202">
          <p15:clr>
            <a:srgbClr val="A4A3A4"/>
          </p15:clr>
        </p15:guide>
        <p15:guide id="7" pos="369">
          <p15:clr>
            <a:srgbClr val="A4A3A4"/>
          </p15:clr>
        </p15:guide>
        <p15:guide id="8" pos="2367">
          <p15:clr>
            <a:srgbClr val="A4A3A4"/>
          </p15:clr>
        </p15:guide>
        <p15:guide id="9" pos="3388">
          <p15:clr>
            <a:srgbClr val="A4A3A4"/>
          </p15:clr>
        </p15:guide>
        <p15:guide id="10" orient="horz">
          <p15:clr>
            <a:srgbClr val="A4A3A4"/>
          </p15:clr>
        </p15:guide>
        <p15:guide id="11" pos="3841">
          <p15:clr>
            <a:srgbClr val="A4A3A4"/>
          </p15:clr>
        </p15:guide>
        <p15:guide id="12" pos="3822">
          <p15:clr>
            <a:srgbClr val="A4A3A4"/>
          </p15:clr>
        </p15:guide>
        <p15:guide id="13" pos="3860">
          <p15:clr>
            <a:srgbClr val="A4A3A4"/>
          </p15:clr>
        </p15:guide>
        <p15:guide id="14" pos="386">
          <p15:clr>
            <a:srgbClr val="A4A3A4"/>
          </p15:clr>
        </p15:guide>
      </p15:sldGuideLst>
    </p:ext>
    <p:ext uri="{2D200454-40CA-4A62-9FC3-DE9A4176ACB9}">
      <p15:notesGuideLst xmlns:p15="http://schemas.microsoft.com/office/powerpoint/2012/main" xmlns="">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achel Peak" initials="" lastIdx="8" clrIdx="0"/>
  <p:cmAuthor id="1" name="Shay Barak" initials="SB"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5785"/>
    <a:srgbClr val="FBFBFB"/>
    <a:srgbClr val="FDFDFD"/>
    <a:srgbClr val="F7F7F7"/>
    <a:srgbClr val="7F7F7F"/>
    <a:srgbClr val="595959"/>
    <a:srgbClr val="6A6A6A"/>
    <a:srgbClr val="F1AEBD"/>
    <a:srgbClr val="4E4E4E"/>
    <a:srgbClr val="4D4D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6277" autoAdjust="0"/>
  </p:normalViewPr>
  <p:slideViewPr>
    <p:cSldViewPr snapToGrid="0" snapToObjects="1">
      <p:cViewPr>
        <p:scale>
          <a:sx n="79" d="100"/>
          <a:sy n="79" d="100"/>
        </p:scale>
        <p:origin x="-294" y="-24"/>
      </p:cViewPr>
      <p:guideLst>
        <p:guide orient="horz" pos="1449"/>
        <p:guide orient="horz" pos="4270"/>
        <p:guide orient="horz" pos="3379"/>
        <p:guide orient="horz" pos="536"/>
        <p:guide orient="horz" pos="2476"/>
        <p:guide orient="horz" pos="4202"/>
        <p:guide orient="horz"/>
        <p:guide pos="369"/>
        <p:guide pos="2367"/>
        <p:guide pos="3388"/>
        <p:guide pos="3841"/>
        <p:guide pos="3822"/>
        <p:guide pos="3860"/>
        <p:guide pos="386"/>
      </p:guideLst>
    </p:cSldViewPr>
  </p:slideViewPr>
  <p:outlineViewPr>
    <p:cViewPr>
      <p:scale>
        <a:sx n="33" d="100"/>
        <a:sy n="33" d="100"/>
      </p:scale>
      <p:origin x="0" y="-9186"/>
    </p:cViewPr>
  </p:outlineViewPr>
  <p:notesTextViewPr>
    <p:cViewPr>
      <p:scale>
        <a:sx n="100" d="100"/>
        <a:sy n="100" d="100"/>
      </p:scale>
      <p:origin x="0" y="0"/>
    </p:cViewPr>
  </p:notesTextViewPr>
  <p:sorterViewPr>
    <p:cViewPr>
      <p:scale>
        <a:sx n="79" d="100"/>
        <a:sy n="79" d="100"/>
      </p:scale>
      <p:origin x="0" y="0"/>
    </p:cViewPr>
  </p:sorterViewPr>
  <p:notesViewPr>
    <p:cSldViewPr snapToGrid="0" snapToObjects="1" showGuides="1">
      <p:cViewPr varScale="1">
        <p:scale>
          <a:sx n="79" d="100"/>
          <a:sy n="79" d="100"/>
        </p:scale>
        <p:origin x="-2904" y="-67"/>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754A2399-B892-45F0-82BB-FD8C95A65D36}" type="datetimeFigureOut">
              <a:rPr lang="en-US" smtClean="0">
                <a:latin typeface="Arial" panose="020B0604020202020204" pitchFamily="34" charset="0"/>
              </a:rPr>
              <a:t>5/15/2017</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CD8DE283-2FFE-4E79-86B3-19981A050BF6}"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2596877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spcBef>
                <a:spcPct val="0"/>
              </a:spcBef>
              <a:buClrTx/>
              <a:buSzTx/>
              <a:buFontTx/>
              <a:buNone/>
              <a:defRPr sz="1200">
                <a:latin typeface="Arial" charset="0"/>
              </a:defRPr>
            </a:lvl1pPr>
          </a:lstStyle>
          <a:p>
            <a:endParaRPr lang="en-US" dirty="0"/>
          </a:p>
        </p:txBody>
      </p:sp>
      <p:sp>
        <p:nvSpPr>
          <p:cNvPr id="15364" name="Rectangle 4"/>
          <p:cNvSpPr>
            <a:spLocks noGrp="1" noRot="1" noChangeAspect="1" noChangeArrowheads="1" noTextEdit="1"/>
          </p:cNvSpPr>
          <p:nvPr>
            <p:ph type="sldImg" idx="2"/>
          </p:nvPr>
        </p:nvSpPr>
        <p:spPr bwMode="auto">
          <a:xfrm>
            <a:off x="407988" y="696913"/>
            <a:ext cx="6194425"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701040" y="4415790"/>
            <a:ext cx="5608320" cy="4183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5366" name="Rectangle 6"/>
          <p:cNvSpPr>
            <a:spLocks noGrp="1" noChangeArrowheads="1"/>
          </p:cNvSpPr>
          <p:nvPr>
            <p:ph type="ftr" sz="quarter" idx="4"/>
          </p:nvPr>
        </p:nvSpPr>
        <p:spPr bwMode="auto">
          <a:xfrm>
            <a:off x="0"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spcBef>
                <a:spcPct val="0"/>
              </a:spcBef>
              <a:buClrTx/>
              <a:buSzTx/>
              <a:buFontTx/>
              <a:buNone/>
              <a:defRPr sz="1200">
                <a:latin typeface="Arial" charset="0"/>
              </a:defRPr>
            </a:lvl1pPr>
          </a:lstStyle>
          <a:p>
            <a:endParaRPr lang="en-US" dirty="0"/>
          </a:p>
        </p:txBody>
      </p:sp>
      <p:sp>
        <p:nvSpPr>
          <p:cNvPr id="15367" name="Rectangle 7"/>
          <p:cNvSpPr>
            <a:spLocks noGrp="1" noChangeArrowheads="1"/>
          </p:cNvSpPr>
          <p:nvPr>
            <p:ph type="sldNum" sz="quarter" idx="5"/>
          </p:nvPr>
        </p:nvSpPr>
        <p:spPr bwMode="auto">
          <a:xfrm>
            <a:off x="3970938"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spcBef>
                <a:spcPct val="0"/>
              </a:spcBef>
              <a:buClrTx/>
              <a:buSzTx/>
              <a:buFontTx/>
              <a:buNone/>
              <a:defRPr sz="1200">
                <a:latin typeface="Arial" charset="0"/>
              </a:defRPr>
            </a:lvl1pPr>
          </a:lstStyle>
          <a:p>
            <a:fld id="{3EEE9B47-791B-47F7-AE03-C0D580CA0B67}" type="slidenum">
              <a:rPr lang="en-US"/>
              <a:pPr/>
              <a:t>‹#›</a:t>
            </a:fld>
            <a:endParaRPr lang="en-US" dirty="0"/>
          </a:p>
        </p:txBody>
      </p:sp>
    </p:spTree>
    <p:extLst>
      <p:ext uri="{BB962C8B-B14F-4D97-AF65-F5344CB8AC3E}">
        <p14:creationId xmlns:p14="http://schemas.microsoft.com/office/powerpoint/2010/main" val="173881603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600" kern="1200">
        <a:solidFill>
          <a:schemeClr val="tx1"/>
        </a:solidFill>
        <a:latin typeface="Arial" charset="0"/>
        <a:ea typeface="+mn-ea"/>
        <a:cs typeface="+mn-cs"/>
      </a:defRPr>
    </a:lvl1pPr>
    <a:lvl2pPr marL="609493" algn="l" rtl="0" fontAlgn="base">
      <a:spcBef>
        <a:spcPct val="30000"/>
      </a:spcBef>
      <a:spcAft>
        <a:spcPct val="0"/>
      </a:spcAft>
      <a:defRPr sz="1600" kern="1200">
        <a:solidFill>
          <a:schemeClr val="tx1"/>
        </a:solidFill>
        <a:latin typeface="Arial" charset="0"/>
        <a:ea typeface="+mn-ea"/>
        <a:cs typeface="+mn-cs"/>
      </a:defRPr>
    </a:lvl2pPr>
    <a:lvl3pPr marL="1218987" algn="l" rtl="0" fontAlgn="base">
      <a:spcBef>
        <a:spcPct val="30000"/>
      </a:spcBef>
      <a:spcAft>
        <a:spcPct val="0"/>
      </a:spcAft>
      <a:defRPr sz="1600" kern="1200">
        <a:solidFill>
          <a:schemeClr val="tx1"/>
        </a:solidFill>
        <a:latin typeface="Arial" charset="0"/>
        <a:ea typeface="+mn-ea"/>
        <a:cs typeface="+mn-cs"/>
      </a:defRPr>
    </a:lvl3pPr>
    <a:lvl4pPr marL="1828480" algn="l" rtl="0" fontAlgn="base">
      <a:spcBef>
        <a:spcPct val="30000"/>
      </a:spcBef>
      <a:spcAft>
        <a:spcPct val="0"/>
      </a:spcAft>
      <a:defRPr sz="1600" kern="1200">
        <a:solidFill>
          <a:schemeClr val="tx1"/>
        </a:solidFill>
        <a:latin typeface="Arial" charset="0"/>
        <a:ea typeface="+mn-ea"/>
        <a:cs typeface="+mn-cs"/>
      </a:defRPr>
    </a:lvl4pPr>
    <a:lvl5pPr marL="2437973" algn="l" rtl="0" fontAlgn="base">
      <a:spcBef>
        <a:spcPct val="30000"/>
      </a:spcBef>
      <a:spcAft>
        <a:spcPct val="0"/>
      </a:spcAft>
      <a:defRPr sz="1600" kern="1200">
        <a:solidFill>
          <a:schemeClr val="tx1"/>
        </a:solidFill>
        <a:latin typeface="Arial" charset="0"/>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EEE9B47-791B-47F7-AE03-C0D580CA0B67}" type="slidenum">
              <a:rPr lang="en-US" smtClean="0"/>
              <a:pPr/>
              <a:t>1</a:t>
            </a:fld>
            <a:endParaRPr lang="en-US" dirty="0"/>
          </a:p>
        </p:txBody>
      </p:sp>
    </p:spTree>
    <p:extLst>
      <p:ext uri="{BB962C8B-B14F-4D97-AF65-F5344CB8AC3E}">
        <p14:creationId xmlns:p14="http://schemas.microsoft.com/office/powerpoint/2010/main" val="1968000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3</a:t>
            </a:fld>
            <a:endParaRPr lang="en-US" dirty="0"/>
          </a:p>
        </p:txBody>
      </p:sp>
    </p:spTree>
    <p:extLst>
      <p:ext uri="{BB962C8B-B14F-4D97-AF65-F5344CB8AC3E}">
        <p14:creationId xmlns:p14="http://schemas.microsoft.com/office/powerpoint/2010/main" val="2688853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EE9B47-791B-47F7-AE03-C0D580CA0B67}" type="slidenum">
              <a:rPr lang="en-US" smtClean="0"/>
              <a:pPr/>
              <a:t>6</a:t>
            </a:fld>
            <a:endParaRPr lang="en-US" dirty="0"/>
          </a:p>
        </p:txBody>
      </p:sp>
    </p:spTree>
    <p:extLst>
      <p:ext uri="{BB962C8B-B14F-4D97-AF65-F5344CB8AC3E}">
        <p14:creationId xmlns:p14="http://schemas.microsoft.com/office/powerpoint/2010/main" val="26888533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7" name="Check Point Logo"/>
          <p:cNvGrpSpPr/>
          <p:nvPr userDrawn="1"/>
        </p:nvGrpSpPr>
        <p:grpSpPr>
          <a:xfrm>
            <a:off x="4" y="0"/>
            <a:ext cx="12188813" cy="6857921"/>
            <a:chOff x="4" y="0"/>
            <a:chExt cx="12188813" cy="6857921"/>
          </a:xfrm>
        </p:grpSpPr>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 y="0"/>
              <a:ext cx="12188813" cy="6857921"/>
            </a:xfrm>
            <a:prstGeom prst="rect">
              <a:avLst/>
            </a:prstGeom>
          </p:spPr>
        </p:pic>
        <p:grpSp>
          <p:nvGrpSpPr>
            <p:cNvPr id="2" name="Group 4"/>
            <p:cNvGrpSpPr>
              <a:grpSpLocks noChangeAspect="1"/>
            </p:cNvGrpSpPr>
            <p:nvPr userDrawn="1"/>
          </p:nvGrpSpPr>
          <p:grpSpPr bwMode="auto">
            <a:xfrm>
              <a:off x="600692" y="251666"/>
              <a:ext cx="1717578" cy="1072556"/>
              <a:chOff x="464" y="323"/>
              <a:chExt cx="1153" cy="720"/>
            </a:xfrm>
          </p:grpSpPr>
          <p:sp>
            <p:nvSpPr>
              <p:cNvPr id="3" name="AutoShape 3"/>
              <p:cNvSpPr>
                <a:spLocks noChangeAspect="1" noChangeArrowheads="1" noTextEdit="1"/>
              </p:cNvSpPr>
              <p:nvPr userDrawn="1"/>
            </p:nvSpPr>
            <p:spPr bwMode="auto">
              <a:xfrm>
                <a:off x="465" y="323"/>
                <a:ext cx="1152"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 name="Rectangle 5"/>
              <p:cNvSpPr>
                <a:spLocks noChangeArrowheads="1"/>
              </p:cNvSpPr>
              <p:nvPr userDrawn="1"/>
            </p:nvSpPr>
            <p:spPr bwMode="auto">
              <a:xfrm>
                <a:off x="819" y="324"/>
                <a:ext cx="442" cy="389"/>
              </a:xfrm>
              <a:prstGeom prst="rect">
                <a:avLst/>
              </a:prstGeom>
              <a:solidFill>
                <a:srgbClr val="F48DA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 name="Freeform 6"/>
              <p:cNvSpPr>
                <a:spLocks/>
              </p:cNvSpPr>
              <p:nvPr userDrawn="1"/>
            </p:nvSpPr>
            <p:spPr bwMode="auto">
              <a:xfrm>
                <a:off x="904" y="344"/>
                <a:ext cx="292" cy="225"/>
              </a:xfrm>
              <a:custGeom>
                <a:avLst/>
                <a:gdLst>
                  <a:gd name="T0" fmla="*/ 136 w 197"/>
                  <a:gd name="T1" fmla="*/ 148 h 152"/>
                  <a:gd name="T2" fmla="*/ 112 w 197"/>
                  <a:gd name="T3" fmla="*/ 151 h 152"/>
                  <a:gd name="T4" fmla="*/ 95 w 197"/>
                  <a:gd name="T5" fmla="*/ 152 h 152"/>
                  <a:gd name="T6" fmla="*/ 79 w 197"/>
                  <a:gd name="T7" fmla="*/ 152 h 152"/>
                  <a:gd name="T8" fmla="*/ 62 w 197"/>
                  <a:gd name="T9" fmla="*/ 151 h 152"/>
                  <a:gd name="T10" fmla="*/ 44 w 197"/>
                  <a:gd name="T11" fmla="*/ 148 h 152"/>
                  <a:gd name="T12" fmla="*/ 28 w 197"/>
                  <a:gd name="T13" fmla="*/ 145 h 152"/>
                  <a:gd name="T14" fmla="*/ 16 w 197"/>
                  <a:gd name="T15" fmla="*/ 143 h 152"/>
                  <a:gd name="T16" fmla="*/ 14 w 197"/>
                  <a:gd name="T17" fmla="*/ 140 h 152"/>
                  <a:gd name="T18" fmla="*/ 9 w 197"/>
                  <a:gd name="T19" fmla="*/ 124 h 152"/>
                  <a:gd name="T20" fmla="*/ 4 w 197"/>
                  <a:gd name="T21" fmla="*/ 102 h 152"/>
                  <a:gd name="T22" fmla="*/ 2 w 197"/>
                  <a:gd name="T23" fmla="*/ 94 h 152"/>
                  <a:gd name="T24" fmla="*/ 1 w 197"/>
                  <a:gd name="T25" fmla="*/ 80 h 152"/>
                  <a:gd name="T26" fmla="*/ 0 w 197"/>
                  <a:gd name="T27" fmla="*/ 55 h 152"/>
                  <a:gd name="T28" fmla="*/ 3 w 197"/>
                  <a:gd name="T29" fmla="*/ 40 h 152"/>
                  <a:gd name="T30" fmla="*/ 9 w 197"/>
                  <a:gd name="T31" fmla="*/ 24 h 152"/>
                  <a:gd name="T32" fmla="*/ 15 w 197"/>
                  <a:gd name="T33" fmla="*/ 12 h 152"/>
                  <a:gd name="T34" fmla="*/ 21 w 197"/>
                  <a:gd name="T35" fmla="*/ 4 h 152"/>
                  <a:gd name="T36" fmla="*/ 23 w 197"/>
                  <a:gd name="T37" fmla="*/ 3 h 152"/>
                  <a:gd name="T38" fmla="*/ 33 w 197"/>
                  <a:gd name="T39" fmla="*/ 1 h 152"/>
                  <a:gd name="T40" fmla="*/ 36 w 197"/>
                  <a:gd name="T41" fmla="*/ 1 h 152"/>
                  <a:gd name="T42" fmla="*/ 52 w 197"/>
                  <a:gd name="T43" fmla="*/ 1 h 152"/>
                  <a:gd name="T44" fmla="*/ 68 w 197"/>
                  <a:gd name="T45" fmla="*/ 2 h 152"/>
                  <a:gd name="T46" fmla="*/ 85 w 197"/>
                  <a:gd name="T47" fmla="*/ 2 h 152"/>
                  <a:gd name="T48" fmla="*/ 102 w 197"/>
                  <a:gd name="T49" fmla="*/ 2 h 152"/>
                  <a:gd name="T50" fmla="*/ 117 w 197"/>
                  <a:gd name="T51" fmla="*/ 3 h 152"/>
                  <a:gd name="T52" fmla="*/ 133 w 197"/>
                  <a:gd name="T53" fmla="*/ 2 h 152"/>
                  <a:gd name="T54" fmla="*/ 148 w 197"/>
                  <a:gd name="T55" fmla="*/ 2 h 152"/>
                  <a:gd name="T56" fmla="*/ 162 w 197"/>
                  <a:gd name="T57" fmla="*/ 1 h 152"/>
                  <a:gd name="T58" fmla="*/ 175 w 197"/>
                  <a:gd name="T59" fmla="*/ 0 h 152"/>
                  <a:gd name="T60" fmla="*/ 177 w 197"/>
                  <a:gd name="T61" fmla="*/ 1 h 152"/>
                  <a:gd name="T62" fmla="*/ 184 w 197"/>
                  <a:gd name="T63" fmla="*/ 5 h 152"/>
                  <a:gd name="T64" fmla="*/ 184 w 197"/>
                  <a:gd name="T65" fmla="*/ 28 h 152"/>
                  <a:gd name="T66" fmla="*/ 187 w 197"/>
                  <a:gd name="T67" fmla="*/ 45 h 152"/>
                  <a:gd name="T68" fmla="*/ 188 w 197"/>
                  <a:gd name="T69" fmla="*/ 60 h 152"/>
                  <a:gd name="T70" fmla="*/ 192 w 197"/>
                  <a:gd name="T71" fmla="*/ 78 h 152"/>
                  <a:gd name="T72" fmla="*/ 194 w 197"/>
                  <a:gd name="T73" fmla="*/ 88 h 152"/>
                  <a:gd name="T74" fmla="*/ 196 w 197"/>
                  <a:gd name="T75" fmla="*/ 105 h 152"/>
                  <a:gd name="T76" fmla="*/ 195 w 197"/>
                  <a:gd name="T77" fmla="*/ 128 h 152"/>
                  <a:gd name="T78" fmla="*/ 190 w 197"/>
                  <a:gd name="T79" fmla="*/ 139 h 152"/>
                  <a:gd name="T80" fmla="*/ 176 w 197"/>
                  <a:gd name="T81" fmla="*/ 142 h 152"/>
                  <a:gd name="T82" fmla="*/ 166 w 197"/>
                  <a:gd name="T83" fmla="*/ 143 h 152"/>
                  <a:gd name="T84" fmla="*/ 147 w 197"/>
                  <a:gd name="T85" fmla="*/ 145 h 152"/>
                  <a:gd name="T86" fmla="*/ 138 w 197"/>
                  <a:gd name="T87" fmla="*/ 147 h 152"/>
                  <a:gd name="T88" fmla="*/ 136 w 197"/>
                  <a:gd name="T89" fmla="*/ 14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52">
                    <a:moveTo>
                      <a:pt x="136" y="148"/>
                    </a:moveTo>
                    <a:cubicBezTo>
                      <a:pt x="130" y="149"/>
                      <a:pt x="118" y="150"/>
                      <a:pt x="112" y="151"/>
                    </a:cubicBezTo>
                    <a:cubicBezTo>
                      <a:pt x="107" y="151"/>
                      <a:pt x="101" y="152"/>
                      <a:pt x="95" y="152"/>
                    </a:cubicBezTo>
                    <a:cubicBezTo>
                      <a:pt x="90" y="152"/>
                      <a:pt x="84" y="152"/>
                      <a:pt x="79" y="152"/>
                    </a:cubicBezTo>
                    <a:cubicBezTo>
                      <a:pt x="73" y="152"/>
                      <a:pt x="67" y="152"/>
                      <a:pt x="62" y="151"/>
                    </a:cubicBezTo>
                    <a:cubicBezTo>
                      <a:pt x="50" y="150"/>
                      <a:pt x="48" y="148"/>
                      <a:pt x="44" y="148"/>
                    </a:cubicBezTo>
                    <a:cubicBezTo>
                      <a:pt x="38" y="147"/>
                      <a:pt x="33" y="146"/>
                      <a:pt x="28" y="145"/>
                    </a:cubicBezTo>
                    <a:cubicBezTo>
                      <a:pt x="23" y="144"/>
                      <a:pt x="19" y="143"/>
                      <a:pt x="16" y="143"/>
                    </a:cubicBezTo>
                    <a:cubicBezTo>
                      <a:pt x="16" y="142"/>
                      <a:pt x="15" y="140"/>
                      <a:pt x="14" y="140"/>
                    </a:cubicBezTo>
                    <a:cubicBezTo>
                      <a:pt x="12" y="133"/>
                      <a:pt x="12" y="134"/>
                      <a:pt x="9" y="124"/>
                    </a:cubicBezTo>
                    <a:cubicBezTo>
                      <a:pt x="7" y="119"/>
                      <a:pt x="5" y="109"/>
                      <a:pt x="4" y="102"/>
                    </a:cubicBezTo>
                    <a:cubicBezTo>
                      <a:pt x="3" y="97"/>
                      <a:pt x="2" y="95"/>
                      <a:pt x="2" y="94"/>
                    </a:cubicBezTo>
                    <a:cubicBezTo>
                      <a:pt x="0" y="89"/>
                      <a:pt x="1" y="86"/>
                      <a:pt x="1" y="80"/>
                    </a:cubicBezTo>
                    <a:cubicBezTo>
                      <a:pt x="0" y="75"/>
                      <a:pt x="0" y="61"/>
                      <a:pt x="0" y="55"/>
                    </a:cubicBezTo>
                    <a:cubicBezTo>
                      <a:pt x="1" y="46"/>
                      <a:pt x="1" y="45"/>
                      <a:pt x="3" y="40"/>
                    </a:cubicBezTo>
                    <a:cubicBezTo>
                      <a:pt x="4" y="34"/>
                      <a:pt x="7" y="29"/>
                      <a:pt x="9" y="24"/>
                    </a:cubicBezTo>
                    <a:cubicBezTo>
                      <a:pt x="11" y="20"/>
                      <a:pt x="12" y="16"/>
                      <a:pt x="15" y="12"/>
                    </a:cubicBezTo>
                    <a:cubicBezTo>
                      <a:pt x="18" y="7"/>
                      <a:pt x="19" y="5"/>
                      <a:pt x="21" y="4"/>
                    </a:cubicBezTo>
                    <a:cubicBezTo>
                      <a:pt x="21" y="3"/>
                      <a:pt x="22" y="3"/>
                      <a:pt x="23" y="3"/>
                    </a:cubicBezTo>
                    <a:cubicBezTo>
                      <a:pt x="27" y="2"/>
                      <a:pt x="31" y="1"/>
                      <a:pt x="33" y="1"/>
                    </a:cubicBezTo>
                    <a:cubicBezTo>
                      <a:pt x="33" y="1"/>
                      <a:pt x="36" y="1"/>
                      <a:pt x="36" y="1"/>
                    </a:cubicBezTo>
                    <a:cubicBezTo>
                      <a:pt x="37" y="1"/>
                      <a:pt x="43" y="1"/>
                      <a:pt x="52" y="1"/>
                    </a:cubicBezTo>
                    <a:cubicBezTo>
                      <a:pt x="57" y="1"/>
                      <a:pt x="62" y="2"/>
                      <a:pt x="68" y="2"/>
                    </a:cubicBezTo>
                    <a:cubicBezTo>
                      <a:pt x="74" y="2"/>
                      <a:pt x="79" y="2"/>
                      <a:pt x="85" y="2"/>
                    </a:cubicBezTo>
                    <a:cubicBezTo>
                      <a:pt x="91" y="2"/>
                      <a:pt x="96" y="2"/>
                      <a:pt x="102" y="2"/>
                    </a:cubicBezTo>
                    <a:cubicBezTo>
                      <a:pt x="107" y="2"/>
                      <a:pt x="112" y="3"/>
                      <a:pt x="117" y="3"/>
                    </a:cubicBezTo>
                    <a:cubicBezTo>
                      <a:pt x="123" y="3"/>
                      <a:pt x="128" y="2"/>
                      <a:pt x="133" y="2"/>
                    </a:cubicBezTo>
                    <a:cubicBezTo>
                      <a:pt x="138" y="2"/>
                      <a:pt x="143" y="2"/>
                      <a:pt x="148" y="2"/>
                    </a:cubicBezTo>
                    <a:cubicBezTo>
                      <a:pt x="154" y="2"/>
                      <a:pt x="160" y="2"/>
                      <a:pt x="162" y="1"/>
                    </a:cubicBezTo>
                    <a:cubicBezTo>
                      <a:pt x="168" y="0"/>
                      <a:pt x="172" y="0"/>
                      <a:pt x="175" y="0"/>
                    </a:cubicBezTo>
                    <a:cubicBezTo>
                      <a:pt x="176" y="0"/>
                      <a:pt x="176" y="0"/>
                      <a:pt x="177" y="1"/>
                    </a:cubicBezTo>
                    <a:cubicBezTo>
                      <a:pt x="180" y="2"/>
                      <a:pt x="184" y="5"/>
                      <a:pt x="184" y="5"/>
                    </a:cubicBezTo>
                    <a:cubicBezTo>
                      <a:pt x="184" y="7"/>
                      <a:pt x="183" y="20"/>
                      <a:pt x="184" y="28"/>
                    </a:cubicBezTo>
                    <a:cubicBezTo>
                      <a:pt x="185" y="33"/>
                      <a:pt x="186" y="39"/>
                      <a:pt x="187" y="45"/>
                    </a:cubicBezTo>
                    <a:cubicBezTo>
                      <a:pt x="187" y="50"/>
                      <a:pt x="188" y="55"/>
                      <a:pt x="188" y="60"/>
                    </a:cubicBezTo>
                    <a:cubicBezTo>
                      <a:pt x="189" y="66"/>
                      <a:pt x="191" y="73"/>
                      <a:pt x="192" y="78"/>
                    </a:cubicBezTo>
                    <a:cubicBezTo>
                      <a:pt x="193" y="85"/>
                      <a:pt x="193" y="81"/>
                      <a:pt x="194" y="88"/>
                    </a:cubicBezTo>
                    <a:cubicBezTo>
                      <a:pt x="196" y="96"/>
                      <a:pt x="195" y="95"/>
                      <a:pt x="196" y="105"/>
                    </a:cubicBezTo>
                    <a:cubicBezTo>
                      <a:pt x="197" y="111"/>
                      <a:pt x="196" y="122"/>
                      <a:pt x="195" y="128"/>
                    </a:cubicBezTo>
                    <a:cubicBezTo>
                      <a:pt x="194" y="134"/>
                      <a:pt x="191" y="138"/>
                      <a:pt x="190" y="139"/>
                    </a:cubicBezTo>
                    <a:cubicBezTo>
                      <a:pt x="186" y="141"/>
                      <a:pt x="173" y="142"/>
                      <a:pt x="176" y="142"/>
                    </a:cubicBezTo>
                    <a:cubicBezTo>
                      <a:pt x="169" y="143"/>
                      <a:pt x="170" y="142"/>
                      <a:pt x="166" y="143"/>
                    </a:cubicBezTo>
                    <a:cubicBezTo>
                      <a:pt x="156" y="145"/>
                      <a:pt x="154" y="145"/>
                      <a:pt x="147" y="145"/>
                    </a:cubicBezTo>
                    <a:cubicBezTo>
                      <a:pt x="141" y="146"/>
                      <a:pt x="146" y="146"/>
                      <a:pt x="138" y="147"/>
                    </a:cubicBezTo>
                    <a:cubicBezTo>
                      <a:pt x="138" y="147"/>
                      <a:pt x="137" y="148"/>
                      <a:pt x="136" y="148"/>
                    </a:cubicBezTo>
                  </a:path>
                </a:pathLst>
              </a:custGeom>
              <a:solidFill>
                <a:srgbClr val="2938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7"/>
              <p:cNvSpPr>
                <a:spLocks/>
              </p:cNvSpPr>
              <p:nvPr userDrawn="1"/>
            </p:nvSpPr>
            <p:spPr bwMode="auto">
              <a:xfrm>
                <a:off x="935" y="356"/>
                <a:ext cx="230" cy="195"/>
              </a:xfrm>
              <a:custGeom>
                <a:avLst/>
                <a:gdLst>
                  <a:gd name="T0" fmla="*/ 11 w 155"/>
                  <a:gd name="T1" fmla="*/ 5 h 132"/>
                  <a:gd name="T2" fmla="*/ 19 w 155"/>
                  <a:gd name="T3" fmla="*/ 0 h 132"/>
                  <a:gd name="T4" fmla="*/ 30 w 155"/>
                  <a:gd name="T5" fmla="*/ 1 h 132"/>
                  <a:gd name="T6" fmla="*/ 37 w 155"/>
                  <a:gd name="T7" fmla="*/ 2 h 132"/>
                  <a:gd name="T8" fmla="*/ 45 w 155"/>
                  <a:gd name="T9" fmla="*/ 3 h 132"/>
                  <a:gd name="T10" fmla="*/ 63 w 155"/>
                  <a:gd name="T11" fmla="*/ 6 h 132"/>
                  <a:gd name="T12" fmla="*/ 74 w 155"/>
                  <a:gd name="T13" fmla="*/ 9 h 132"/>
                  <a:gd name="T14" fmla="*/ 86 w 155"/>
                  <a:gd name="T15" fmla="*/ 10 h 132"/>
                  <a:gd name="T16" fmla="*/ 97 w 155"/>
                  <a:gd name="T17" fmla="*/ 10 h 132"/>
                  <a:gd name="T18" fmla="*/ 109 w 155"/>
                  <a:gd name="T19" fmla="*/ 9 h 132"/>
                  <a:gd name="T20" fmla="*/ 120 w 155"/>
                  <a:gd name="T21" fmla="*/ 8 h 132"/>
                  <a:gd name="T22" fmla="*/ 131 w 155"/>
                  <a:gd name="T23" fmla="*/ 7 h 132"/>
                  <a:gd name="T24" fmla="*/ 142 w 155"/>
                  <a:gd name="T25" fmla="*/ 6 h 132"/>
                  <a:gd name="T26" fmla="*/ 151 w 155"/>
                  <a:gd name="T27" fmla="*/ 12 h 132"/>
                  <a:gd name="T28" fmla="*/ 152 w 155"/>
                  <a:gd name="T29" fmla="*/ 23 h 132"/>
                  <a:gd name="T30" fmla="*/ 151 w 155"/>
                  <a:gd name="T31" fmla="*/ 35 h 132"/>
                  <a:gd name="T32" fmla="*/ 151 w 155"/>
                  <a:gd name="T33" fmla="*/ 46 h 132"/>
                  <a:gd name="T34" fmla="*/ 152 w 155"/>
                  <a:gd name="T35" fmla="*/ 58 h 132"/>
                  <a:gd name="T36" fmla="*/ 152 w 155"/>
                  <a:gd name="T37" fmla="*/ 69 h 132"/>
                  <a:gd name="T38" fmla="*/ 153 w 155"/>
                  <a:gd name="T39" fmla="*/ 81 h 132"/>
                  <a:gd name="T40" fmla="*/ 153 w 155"/>
                  <a:gd name="T41" fmla="*/ 92 h 132"/>
                  <a:gd name="T42" fmla="*/ 154 w 155"/>
                  <a:gd name="T43" fmla="*/ 103 h 132"/>
                  <a:gd name="T44" fmla="*/ 150 w 155"/>
                  <a:gd name="T45" fmla="*/ 114 h 132"/>
                  <a:gd name="T46" fmla="*/ 139 w 155"/>
                  <a:gd name="T47" fmla="*/ 118 h 132"/>
                  <a:gd name="T48" fmla="*/ 129 w 155"/>
                  <a:gd name="T49" fmla="*/ 121 h 132"/>
                  <a:gd name="T50" fmla="*/ 118 w 155"/>
                  <a:gd name="T51" fmla="*/ 124 h 132"/>
                  <a:gd name="T52" fmla="*/ 108 w 155"/>
                  <a:gd name="T53" fmla="*/ 126 h 132"/>
                  <a:gd name="T54" fmla="*/ 97 w 155"/>
                  <a:gd name="T55" fmla="*/ 127 h 132"/>
                  <a:gd name="T56" fmla="*/ 86 w 155"/>
                  <a:gd name="T57" fmla="*/ 128 h 132"/>
                  <a:gd name="T58" fmla="*/ 76 w 155"/>
                  <a:gd name="T59" fmla="*/ 129 h 132"/>
                  <a:gd name="T60" fmla="*/ 66 w 155"/>
                  <a:gd name="T61" fmla="*/ 129 h 132"/>
                  <a:gd name="T62" fmla="*/ 64 w 155"/>
                  <a:gd name="T63" fmla="*/ 131 h 132"/>
                  <a:gd name="T64" fmla="*/ 53 w 155"/>
                  <a:gd name="T65" fmla="*/ 131 h 132"/>
                  <a:gd name="T66" fmla="*/ 43 w 155"/>
                  <a:gd name="T67" fmla="*/ 131 h 132"/>
                  <a:gd name="T68" fmla="*/ 32 w 155"/>
                  <a:gd name="T69" fmla="*/ 130 h 132"/>
                  <a:gd name="T70" fmla="*/ 22 w 155"/>
                  <a:gd name="T71" fmla="*/ 128 h 132"/>
                  <a:gd name="T72" fmla="*/ 11 w 155"/>
                  <a:gd name="T73" fmla="*/ 126 h 132"/>
                  <a:gd name="T74" fmla="*/ 3 w 155"/>
                  <a:gd name="T75" fmla="*/ 121 h 132"/>
                  <a:gd name="T76" fmla="*/ 1 w 155"/>
                  <a:gd name="T77" fmla="*/ 109 h 132"/>
                  <a:gd name="T78" fmla="*/ 1 w 155"/>
                  <a:gd name="T79" fmla="*/ 98 h 132"/>
                  <a:gd name="T80" fmla="*/ 0 w 155"/>
                  <a:gd name="T81" fmla="*/ 88 h 132"/>
                  <a:gd name="T82" fmla="*/ 1 w 155"/>
                  <a:gd name="T83" fmla="*/ 77 h 132"/>
                  <a:gd name="T84" fmla="*/ 1 w 155"/>
                  <a:gd name="T85" fmla="*/ 66 h 132"/>
                  <a:gd name="T86" fmla="*/ 3 w 155"/>
                  <a:gd name="T87" fmla="*/ 55 h 132"/>
                  <a:gd name="T88" fmla="*/ 4 w 155"/>
                  <a:gd name="T89" fmla="*/ 45 h 132"/>
                  <a:gd name="T90" fmla="*/ 5 w 155"/>
                  <a:gd name="T91" fmla="*/ 34 h 132"/>
                  <a:gd name="T92" fmla="*/ 7 w 155"/>
                  <a:gd name="T93" fmla="*/ 24 h 132"/>
                  <a:gd name="T94" fmla="*/ 7 w 155"/>
                  <a:gd name="T95" fmla="*/ 14 h 132"/>
                  <a:gd name="T96" fmla="*/ 11 w 155"/>
                  <a:gd name="T97" fmla="*/ 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32">
                    <a:moveTo>
                      <a:pt x="11" y="5"/>
                    </a:moveTo>
                    <a:cubicBezTo>
                      <a:pt x="13" y="0"/>
                      <a:pt x="15" y="0"/>
                      <a:pt x="19" y="0"/>
                    </a:cubicBezTo>
                    <a:cubicBezTo>
                      <a:pt x="22" y="0"/>
                      <a:pt x="25" y="0"/>
                      <a:pt x="30" y="1"/>
                    </a:cubicBezTo>
                    <a:cubicBezTo>
                      <a:pt x="33" y="2"/>
                      <a:pt x="33" y="1"/>
                      <a:pt x="37" y="2"/>
                    </a:cubicBezTo>
                    <a:cubicBezTo>
                      <a:pt x="40" y="3"/>
                      <a:pt x="40" y="2"/>
                      <a:pt x="45" y="3"/>
                    </a:cubicBezTo>
                    <a:cubicBezTo>
                      <a:pt x="48" y="4"/>
                      <a:pt x="59" y="6"/>
                      <a:pt x="63" y="6"/>
                    </a:cubicBezTo>
                    <a:cubicBezTo>
                      <a:pt x="67" y="7"/>
                      <a:pt x="70" y="9"/>
                      <a:pt x="74" y="9"/>
                    </a:cubicBezTo>
                    <a:cubicBezTo>
                      <a:pt x="78" y="9"/>
                      <a:pt x="82" y="10"/>
                      <a:pt x="86" y="10"/>
                    </a:cubicBezTo>
                    <a:cubicBezTo>
                      <a:pt x="90" y="10"/>
                      <a:pt x="94" y="10"/>
                      <a:pt x="97" y="10"/>
                    </a:cubicBezTo>
                    <a:cubicBezTo>
                      <a:pt x="101" y="10"/>
                      <a:pt x="105" y="9"/>
                      <a:pt x="109" y="9"/>
                    </a:cubicBezTo>
                    <a:cubicBezTo>
                      <a:pt x="113" y="9"/>
                      <a:pt x="117" y="9"/>
                      <a:pt x="120" y="8"/>
                    </a:cubicBezTo>
                    <a:cubicBezTo>
                      <a:pt x="125" y="8"/>
                      <a:pt x="128" y="7"/>
                      <a:pt x="131" y="7"/>
                    </a:cubicBezTo>
                    <a:cubicBezTo>
                      <a:pt x="135" y="5"/>
                      <a:pt x="139" y="6"/>
                      <a:pt x="142" y="6"/>
                    </a:cubicBezTo>
                    <a:cubicBezTo>
                      <a:pt x="146" y="7"/>
                      <a:pt x="149" y="9"/>
                      <a:pt x="151" y="12"/>
                    </a:cubicBezTo>
                    <a:cubicBezTo>
                      <a:pt x="152" y="15"/>
                      <a:pt x="151" y="18"/>
                      <a:pt x="152" y="23"/>
                    </a:cubicBezTo>
                    <a:cubicBezTo>
                      <a:pt x="152" y="25"/>
                      <a:pt x="151" y="30"/>
                      <a:pt x="151" y="35"/>
                    </a:cubicBezTo>
                    <a:cubicBezTo>
                      <a:pt x="151" y="38"/>
                      <a:pt x="151" y="42"/>
                      <a:pt x="151" y="46"/>
                    </a:cubicBezTo>
                    <a:cubicBezTo>
                      <a:pt x="151" y="50"/>
                      <a:pt x="152" y="54"/>
                      <a:pt x="152" y="58"/>
                    </a:cubicBezTo>
                    <a:cubicBezTo>
                      <a:pt x="152" y="62"/>
                      <a:pt x="152" y="66"/>
                      <a:pt x="152" y="69"/>
                    </a:cubicBezTo>
                    <a:cubicBezTo>
                      <a:pt x="152" y="74"/>
                      <a:pt x="153" y="77"/>
                      <a:pt x="153" y="81"/>
                    </a:cubicBezTo>
                    <a:cubicBezTo>
                      <a:pt x="153" y="85"/>
                      <a:pt x="153" y="89"/>
                      <a:pt x="153" y="92"/>
                    </a:cubicBezTo>
                    <a:cubicBezTo>
                      <a:pt x="153" y="99"/>
                      <a:pt x="154" y="97"/>
                      <a:pt x="154" y="103"/>
                    </a:cubicBezTo>
                    <a:cubicBezTo>
                      <a:pt x="153" y="109"/>
                      <a:pt x="155" y="110"/>
                      <a:pt x="150" y="114"/>
                    </a:cubicBezTo>
                    <a:cubicBezTo>
                      <a:pt x="147" y="116"/>
                      <a:pt x="144" y="118"/>
                      <a:pt x="139" y="118"/>
                    </a:cubicBezTo>
                    <a:cubicBezTo>
                      <a:pt x="138" y="119"/>
                      <a:pt x="134" y="120"/>
                      <a:pt x="129" y="121"/>
                    </a:cubicBezTo>
                    <a:cubicBezTo>
                      <a:pt x="126" y="122"/>
                      <a:pt x="122" y="123"/>
                      <a:pt x="118" y="124"/>
                    </a:cubicBezTo>
                    <a:cubicBezTo>
                      <a:pt x="115" y="124"/>
                      <a:pt x="111" y="125"/>
                      <a:pt x="108" y="126"/>
                    </a:cubicBezTo>
                    <a:cubicBezTo>
                      <a:pt x="104" y="126"/>
                      <a:pt x="101" y="127"/>
                      <a:pt x="97" y="127"/>
                    </a:cubicBezTo>
                    <a:cubicBezTo>
                      <a:pt x="94" y="128"/>
                      <a:pt x="90" y="128"/>
                      <a:pt x="86" y="128"/>
                    </a:cubicBezTo>
                    <a:cubicBezTo>
                      <a:pt x="83" y="129"/>
                      <a:pt x="79" y="128"/>
                      <a:pt x="76" y="129"/>
                    </a:cubicBezTo>
                    <a:cubicBezTo>
                      <a:pt x="72" y="129"/>
                      <a:pt x="69" y="129"/>
                      <a:pt x="66" y="129"/>
                    </a:cubicBezTo>
                    <a:cubicBezTo>
                      <a:pt x="63" y="130"/>
                      <a:pt x="66" y="130"/>
                      <a:pt x="64" y="131"/>
                    </a:cubicBezTo>
                    <a:cubicBezTo>
                      <a:pt x="61" y="132"/>
                      <a:pt x="60" y="132"/>
                      <a:pt x="53" y="131"/>
                    </a:cubicBezTo>
                    <a:cubicBezTo>
                      <a:pt x="50" y="131"/>
                      <a:pt x="47" y="131"/>
                      <a:pt x="43" y="131"/>
                    </a:cubicBezTo>
                    <a:cubicBezTo>
                      <a:pt x="40" y="131"/>
                      <a:pt x="36" y="131"/>
                      <a:pt x="32" y="130"/>
                    </a:cubicBezTo>
                    <a:cubicBezTo>
                      <a:pt x="29" y="130"/>
                      <a:pt x="25" y="129"/>
                      <a:pt x="22" y="128"/>
                    </a:cubicBezTo>
                    <a:cubicBezTo>
                      <a:pt x="18" y="127"/>
                      <a:pt x="14" y="127"/>
                      <a:pt x="11" y="126"/>
                    </a:cubicBezTo>
                    <a:cubicBezTo>
                      <a:pt x="7" y="125"/>
                      <a:pt x="4" y="123"/>
                      <a:pt x="3" y="121"/>
                    </a:cubicBezTo>
                    <a:cubicBezTo>
                      <a:pt x="2" y="119"/>
                      <a:pt x="1" y="114"/>
                      <a:pt x="1" y="109"/>
                    </a:cubicBezTo>
                    <a:cubicBezTo>
                      <a:pt x="1" y="106"/>
                      <a:pt x="1" y="102"/>
                      <a:pt x="1" y="98"/>
                    </a:cubicBezTo>
                    <a:cubicBezTo>
                      <a:pt x="1" y="95"/>
                      <a:pt x="0" y="91"/>
                      <a:pt x="0" y="88"/>
                    </a:cubicBezTo>
                    <a:cubicBezTo>
                      <a:pt x="0" y="84"/>
                      <a:pt x="0" y="81"/>
                      <a:pt x="1" y="77"/>
                    </a:cubicBezTo>
                    <a:cubicBezTo>
                      <a:pt x="1" y="73"/>
                      <a:pt x="1" y="70"/>
                      <a:pt x="1" y="66"/>
                    </a:cubicBezTo>
                    <a:cubicBezTo>
                      <a:pt x="1" y="62"/>
                      <a:pt x="2" y="59"/>
                      <a:pt x="3" y="55"/>
                    </a:cubicBezTo>
                    <a:cubicBezTo>
                      <a:pt x="3" y="52"/>
                      <a:pt x="4" y="48"/>
                      <a:pt x="4" y="45"/>
                    </a:cubicBezTo>
                    <a:cubicBezTo>
                      <a:pt x="4" y="41"/>
                      <a:pt x="4" y="38"/>
                      <a:pt x="5" y="34"/>
                    </a:cubicBezTo>
                    <a:cubicBezTo>
                      <a:pt x="5" y="31"/>
                      <a:pt x="6" y="27"/>
                      <a:pt x="7" y="24"/>
                    </a:cubicBezTo>
                    <a:cubicBezTo>
                      <a:pt x="7" y="20"/>
                      <a:pt x="7" y="17"/>
                      <a:pt x="7" y="14"/>
                    </a:cubicBezTo>
                    <a:cubicBezTo>
                      <a:pt x="8" y="9"/>
                      <a:pt x="10" y="5"/>
                      <a:pt x="11"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p:cNvSpPr>
              <p:nvPr userDrawn="1"/>
            </p:nvSpPr>
            <p:spPr bwMode="auto">
              <a:xfrm>
                <a:off x="831" y="567"/>
                <a:ext cx="401" cy="137"/>
              </a:xfrm>
              <a:custGeom>
                <a:avLst/>
                <a:gdLst>
                  <a:gd name="T0" fmla="*/ 263 w 270"/>
                  <a:gd name="T1" fmla="*/ 65 h 92"/>
                  <a:gd name="T2" fmla="*/ 245 w 270"/>
                  <a:gd name="T3" fmla="*/ 68 h 92"/>
                  <a:gd name="T4" fmla="*/ 229 w 270"/>
                  <a:gd name="T5" fmla="*/ 69 h 92"/>
                  <a:gd name="T6" fmla="*/ 213 w 270"/>
                  <a:gd name="T7" fmla="*/ 68 h 92"/>
                  <a:gd name="T8" fmla="*/ 197 w 270"/>
                  <a:gd name="T9" fmla="*/ 69 h 92"/>
                  <a:gd name="T10" fmla="*/ 180 w 270"/>
                  <a:gd name="T11" fmla="*/ 70 h 92"/>
                  <a:gd name="T12" fmla="*/ 166 w 270"/>
                  <a:gd name="T13" fmla="*/ 71 h 92"/>
                  <a:gd name="T14" fmla="*/ 151 w 270"/>
                  <a:gd name="T15" fmla="*/ 70 h 92"/>
                  <a:gd name="T16" fmla="*/ 131 w 270"/>
                  <a:gd name="T17" fmla="*/ 71 h 92"/>
                  <a:gd name="T18" fmla="*/ 115 w 270"/>
                  <a:gd name="T19" fmla="*/ 74 h 92"/>
                  <a:gd name="T20" fmla="*/ 100 w 270"/>
                  <a:gd name="T21" fmla="*/ 75 h 92"/>
                  <a:gd name="T22" fmla="*/ 84 w 270"/>
                  <a:gd name="T23" fmla="*/ 78 h 92"/>
                  <a:gd name="T24" fmla="*/ 69 w 270"/>
                  <a:gd name="T25" fmla="*/ 81 h 92"/>
                  <a:gd name="T26" fmla="*/ 54 w 270"/>
                  <a:gd name="T27" fmla="*/ 83 h 92"/>
                  <a:gd name="T28" fmla="*/ 44 w 270"/>
                  <a:gd name="T29" fmla="*/ 87 h 92"/>
                  <a:gd name="T30" fmla="*/ 26 w 270"/>
                  <a:gd name="T31" fmla="*/ 91 h 92"/>
                  <a:gd name="T32" fmla="*/ 9 w 270"/>
                  <a:gd name="T33" fmla="*/ 86 h 92"/>
                  <a:gd name="T34" fmla="*/ 5 w 270"/>
                  <a:gd name="T35" fmla="*/ 72 h 92"/>
                  <a:gd name="T36" fmla="*/ 3 w 270"/>
                  <a:gd name="T37" fmla="*/ 64 h 92"/>
                  <a:gd name="T38" fmla="*/ 5 w 270"/>
                  <a:gd name="T39" fmla="*/ 45 h 92"/>
                  <a:gd name="T40" fmla="*/ 17 w 270"/>
                  <a:gd name="T41" fmla="*/ 37 h 92"/>
                  <a:gd name="T42" fmla="*/ 33 w 270"/>
                  <a:gd name="T43" fmla="*/ 29 h 92"/>
                  <a:gd name="T44" fmla="*/ 48 w 270"/>
                  <a:gd name="T45" fmla="*/ 24 h 92"/>
                  <a:gd name="T46" fmla="*/ 64 w 270"/>
                  <a:gd name="T47" fmla="*/ 20 h 92"/>
                  <a:gd name="T48" fmla="*/ 80 w 270"/>
                  <a:gd name="T49" fmla="*/ 16 h 92"/>
                  <a:gd name="T50" fmla="*/ 96 w 270"/>
                  <a:gd name="T51" fmla="*/ 12 h 92"/>
                  <a:gd name="T52" fmla="*/ 113 w 270"/>
                  <a:gd name="T53" fmla="*/ 9 h 92"/>
                  <a:gd name="T54" fmla="*/ 130 w 270"/>
                  <a:gd name="T55" fmla="*/ 7 h 92"/>
                  <a:gd name="T56" fmla="*/ 147 w 270"/>
                  <a:gd name="T57" fmla="*/ 5 h 92"/>
                  <a:gd name="T58" fmla="*/ 163 w 270"/>
                  <a:gd name="T59" fmla="*/ 3 h 92"/>
                  <a:gd name="T60" fmla="*/ 182 w 270"/>
                  <a:gd name="T61" fmla="*/ 3 h 92"/>
                  <a:gd name="T62" fmla="*/ 195 w 270"/>
                  <a:gd name="T63" fmla="*/ 1 h 92"/>
                  <a:gd name="T64" fmla="*/ 211 w 270"/>
                  <a:gd name="T65" fmla="*/ 0 h 92"/>
                  <a:gd name="T66" fmla="*/ 228 w 270"/>
                  <a:gd name="T67" fmla="*/ 0 h 92"/>
                  <a:gd name="T68" fmla="*/ 242 w 270"/>
                  <a:gd name="T69" fmla="*/ 0 h 92"/>
                  <a:gd name="T70" fmla="*/ 261 w 270"/>
                  <a:gd name="T71" fmla="*/ 3 h 92"/>
                  <a:gd name="T72" fmla="*/ 267 w 270"/>
                  <a:gd name="T73" fmla="*/ 16 h 92"/>
                  <a:gd name="T74" fmla="*/ 268 w 270"/>
                  <a:gd name="T75" fmla="*/ 29 h 92"/>
                  <a:gd name="T76" fmla="*/ 270 w 270"/>
                  <a:gd name="T77" fmla="*/ 54 h 92"/>
                  <a:gd name="T78" fmla="*/ 263 w 270"/>
                  <a:gd name="T79" fmla="*/ 6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0" h="92">
                    <a:moveTo>
                      <a:pt x="263" y="65"/>
                    </a:moveTo>
                    <a:cubicBezTo>
                      <a:pt x="261" y="66"/>
                      <a:pt x="252" y="68"/>
                      <a:pt x="245" y="68"/>
                    </a:cubicBezTo>
                    <a:cubicBezTo>
                      <a:pt x="241" y="68"/>
                      <a:pt x="236" y="68"/>
                      <a:pt x="229" y="69"/>
                    </a:cubicBezTo>
                    <a:cubicBezTo>
                      <a:pt x="224" y="69"/>
                      <a:pt x="219" y="68"/>
                      <a:pt x="213" y="68"/>
                    </a:cubicBezTo>
                    <a:cubicBezTo>
                      <a:pt x="208" y="69"/>
                      <a:pt x="203" y="69"/>
                      <a:pt x="197" y="69"/>
                    </a:cubicBezTo>
                    <a:cubicBezTo>
                      <a:pt x="192" y="69"/>
                      <a:pt x="186" y="70"/>
                      <a:pt x="180" y="70"/>
                    </a:cubicBezTo>
                    <a:cubicBezTo>
                      <a:pt x="175" y="71"/>
                      <a:pt x="172" y="70"/>
                      <a:pt x="166" y="71"/>
                    </a:cubicBezTo>
                    <a:cubicBezTo>
                      <a:pt x="161" y="71"/>
                      <a:pt x="156" y="69"/>
                      <a:pt x="151" y="70"/>
                    </a:cubicBezTo>
                    <a:cubicBezTo>
                      <a:pt x="146" y="70"/>
                      <a:pt x="137" y="71"/>
                      <a:pt x="131" y="71"/>
                    </a:cubicBezTo>
                    <a:cubicBezTo>
                      <a:pt x="126" y="72"/>
                      <a:pt x="120" y="74"/>
                      <a:pt x="115" y="74"/>
                    </a:cubicBezTo>
                    <a:cubicBezTo>
                      <a:pt x="110" y="75"/>
                      <a:pt x="105" y="75"/>
                      <a:pt x="100" y="75"/>
                    </a:cubicBezTo>
                    <a:cubicBezTo>
                      <a:pt x="95" y="76"/>
                      <a:pt x="89" y="78"/>
                      <a:pt x="84" y="78"/>
                    </a:cubicBezTo>
                    <a:cubicBezTo>
                      <a:pt x="78" y="79"/>
                      <a:pt x="73" y="80"/>
                      <a:pt x="69" y="81"/>
                    </a:cubicBezTo>
                    <a:cubicBezTo>
                      <a:pt x="63" y="82"/>
                      <a:pt x="59" y="82"/>
                      <a:pt x="54" y="83"/>
                    </a:cubicBezTo>
                    <a:cubicBezTo>
                      <a:pt x="50" y="84"/>
                      <a:pt x="47" y="86"/>
                      <a:pt x="44" y="87"/>
                    </a:cubicBezTo>
                    <a:cubicBezTo>
                      <a:pt x="36" y="89"/>
                      <a:pt x="30" y="90"/>
                      <a:pt x="26" y="91"/>
                    </a:cubicBezTo>
                    <a:cubicBezTo>
                      <a:pt x="16" y="92"/>
                      <a:pt x="11" y="90"/>
                      <a:pt x="9" y="86"/>
                    </a:cubicBezTo>
                    <a:cubicBezTo>
                      <a:pt x="6" y="83"/>
                      <a:pt x="5" y="77"/>
                      <a:pt x="5" y="72"/>
                    </a:cubicBezTo>
                    <a:cubicBezTo>
                      <a:pt x="4" y="66"/>
                      <a:pt x="4" y="69"/>
                      <a:pt x="3" y="64"/>
                    </a:cubicBezTo>
                    <a:cubicBezTo>
                      <a:pt x="2" y="56"/>
                      <a:pt x="0" y="50"/>
                      <a:pt x="5" y="45"/>
                    </a:cubicBezTo>
                    <a:cubicBezTo>
                      <a:pt x="8" y="43"/>
                      <a:pt x="12" y="40"/>
                      <a:pt x="17" y="37"/>
                    </a:cubicBezTo>
                    <a:cubicBezTo>
                      <a:pt x="25" y="33"/>
                      <a:pt x="22" y="34"/>
                      <a:pt x="33" y="29"/>
                    </a:cubicBezTo>
                    <a:cubicBezTo>
                      <a:pt x="37" y="28"/>
                      <a:pt x="42" y="26"/>
                      <a:pt x="48" y="24"/>
                    </a:cubicBezTo>
                    <a:cubicBezTo>
                      <a:pt x="53" y="22"/>
                      <a:pt x="58" y="21"/>
                      <a:pt x="64" y="20"/>
                    </a:cubicBezTo>
                    <a:cubicBezTo>
                      <a:pt x="69" y="18"/>
                      <a:pt x="74" y="17"/>
                      <a:pt x="80" y="16"/>
                    </a:cubicBezTo>
                    <a:cubicBezTo>
                      <a:pt x="85" y="15"/>
                      <a:pt x="91" y="13"/>
                      <a:pt x="96" y="12"/>
                    </a:cubicBezTo>
                    <a:cubicBezTo>
                      <a:pt x="102" y="11"/>
                      <a:pt x="107" y="10"/>
                      <a:pt x="113" y="9"/>
                    </a:cubicBezTo>
                    <a:cubicBezTo>
                      <a:pt x="118" y="8"/>
                      <a:pt x="124" y="8"/>
                      <a:pt x="130" y="7"/>
                    </a:cubicBezTo>
                    <a:cubicBezTo>
                      <a:pt x="136" y="6"/>
                      <a:pt x="141" y="6"/>
                      <a:pt x="147" y="5"/>
                    </a:cubicBezTo>
                    <a:cubicBezTo>
                      <a:pt x="152" y="4"/>
                      <a:pt x="158" y="3"/>
                      <a:pt x="163" y="3"/>
                    </a:cubicBezTo>
                    <a:cubicBezTo>
                      <a:pt x="168" y="2"/>
                      <a:pt x="176" y="3"/>
                      <a:pt x="182" y="3"/>
                    </a:cubicBezTo>
                    <a:cubicBezTo>
                      <a:pt x="187" y="2"/>
                      <a:pt x="190" y="1"/>
                      <a:pt x="195" y="1"/>
                    </a:cubicBezTo>
                    <a:cubicBezTo>
                      <a:pt x="200" y="1"/>
                      <a:pt x="206" y="1"/>
                      <a:pt x="211" y="0"/>
                    </a:cubicBezTo>
                    <a:cubicBezTo>
                      <a:pt x="217" y="0"/>
                      <a:pt x="222" y="0"/>
                      <a:pt x="228" y="0"/>
                    </a:cubicBezTo>
                    <a:cubicBezTo>
                      <a:pt x="232" y="0"/>
                      <a:pt x="237" y="0"/>
                      <a:pt x="242" y="0"/>
                    </a:cubicBezTo>
                    <a:cubicBezTo>
                      <a:pt x="250" y="0"/>
                      <a:pt x="257" y="0"/>
                      <a:pt x="261" y="3"/>
                    </a:cubicBezTo>
                    <a:cubicBezTo>
                      <a:pt x="267" y="7"/>
                      <a:pt x="267" y="9"/>
                      <a:pt x="267" y="16"/>
                    </a:cubicBezTo>
                    <a:cubicBezTo>
                      <a:pt x="267" y="25"/>
                      <a:pt x="266" y="21"/>
                      <a:pt x="268" y="29"/>
                    </a:cubicBezTo>
                    <a:cubicBezTo>
                      <a:pt x="269" y="38"/>
                      <a:pt x="269" y="46"/>
                      <a:pt x="270" y="54"/>
                    </a:cubicBezTo>
                    <a:cubicBezTo>
                      <a:pt x="270" y="58"/>
                      <a:pt x="268" y="61"/>
                      <a:pt x="263" y="65"/>
                    </a:cubicBezTo>
                  </a:path>
                </a:pathLst>
              </a:custGeom>
              <a:solidFill>
                <a:srgbClr val="2938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Oval 9"/>
              <p:cNvSpPr>
                <a:spLocks noChangeArrowheads="1"/>
              </p:cNvSpPr>
              <p:nvPr userDrawn="1"/>
            </p:nvSpPr>
            <p:spPr bwMode="auto">
              <a:xfrm>
                <a:off x="893" y="628"/>
                <a:ext cx="15" cy="1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938" y="652"/>
                <a:ext cx="15" cy="16"/>
              </a:xfrm>
              <a:custGeom>
                <a:avLst/>
                <a:gdLst>
                  <a:gd name="T0" fmla="*/ 5 w 10"/>
                  <a:gd name="T1" fmla="*/ 10 h 11"/>
                  <a:gd name="T2" fmla="*/ 10 w 10"/>
                  <a:gd name="T3" fmla="*/ 5 h 11"/>
                  <a:gd name="T4" fmla="*/ 5 w 10"/>
                  <a:gd name="T5" fmla="*/ 0 h 11"/>
                  <a:gd name="T6" fmla="*/ 0 w 10"/>
                  <a:gd name="T7" fmla="*/ 5 h 11"/>
                  <a:gd name="T8" fmla="*/ 5 w 10"/>
                  <a:gd name="T9" fmla="*/ 10 h 11"/>
                </a:gdLst>
                <a:ahLst/>
                <a:cxnLst>
                  <a:cxn ang="0">
                    <a:pos x="T0" y="T1"/>
                  </a:cxn>
                  <a:cxn ang="0">
                    <a:pos x="T2" y="T3"/>
                  </a:cxn>
                  <a:cxn ang="0">
                    <a:pos x="T4" y="T5"/>
                  </a:cxn>
                  <a:cxn ang="0">
                    <a:pos x="T6" y="T7"/>
                  </a:cxn>
                  <a:cxn ang="0">
                    <a:pos x="T8" y="T9"/>
                  </a:cxn>
                </a:cxnLst>
                <a:rect l="0" t="0" r="r" b="b"/>
                <a:pathLst>
                  <a:path w="10" h="11">
                    <a:moveTo>
                      <a:pt x="5" y="10"/>
                    </a:moveTo>
                    <a:cubicBezTo>
                      <a:pt x="8" y="10"/>
                      <a:pt x="10" y="7"/>
                      <a:pt x="10" y="5"/>
                    </a:cubicBezTo>
                    <a:cubicBezTo>
                      <a:pt x="10" y="2"/>
                      <a:pt x="8" y="0"/>
                      <a:pt x="5" y="0"/>
                    </a:cubicBezTo>
                    <a:cubicBezTo>
                      <a:pt x="2" y="0"/>
                      <a:pt x="0" y="2"/>
                      <a:pt x="0" y="5"/>
                    </a:cubicBezTo>
                    <a:cubicBezTo>
                      <a:pt x="0" y="11"/>
                      <a:pt x="4" y="10"/>
                      <a:pt x="5"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Oval 11"/>
              <p:cNvSpPr>
                <a:spLocks noChangeArrowheads="1"/>
              </p:cNvSpPr>
              <p:nvPr userDrawn="1"/>
            </p:nvSpPr>
            <p:spPr bwMode="auto">
              <a:xfrm>
                <a:off x="913" y="656"/>
                <a:ext cx="15" cy="1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1011" y="625"/>
                <a:ext cx="16" cy="15"/>
              </a:xfrm>
              <a:custGeom>
                <a:avLst/>
                <a:gdLst>
                  <a:gd name="T0" fmla="*/ 6 w 11"/>
                  <a:gd name="T1" fmla="*/ 10 h 10"/>
                  <a:gd name="T2" fmla="*/ 11 w 11"/>
                  <a:gd name="T3" fmla="*/ 4 h 10"/>
                  <a:gd name="T4" fmla="*/ 6 w 11"/>
                  <a:gd name="T5" fmla="*/ 0 h 10"/>
                  <a:gd name="T6" fmla="*/ 1 w 11"/>
                  <a:gd name="T7" fmla="*/ 5 h 10"/>
                  <a:gd name="T8" fmla="*/ 6 w 11"/>
                  <a:gd name="T9" fmla="*/ 10 h 10"/>
                </a:gdLst>
                <a:ahLst/>
                <a:cxnLst>
                  <a:cxn ang="0">
                    <a:pos x="T0" y="T1"/>
                  </a:cxn>
                  <a:cxn ang="0">
                    <a:pos x="T2" y="T3"/>
                  </a:cxn>
                  <a:cxn ang="0">
                    <a:pos x="T4" y="T5"/>
                  </a:cxn>
                  <a:cxn ang="0">
                    <a:pos x="T6" y="T7"/>
                  </a:cxn>
                  <a:cxn ang="0">
                    <a:pos x="T8" y="T9"/>
                  </a:cxn>
                </a:cxnLst>
                <a:rect l="0" t="0" r="r" b="b"/>
                <a:pathLst>
                  <a:path w="11" h="10">
                    <a:moveTo>
                      <a:pt x="6" y="10"/>
                    </a:moveTo>
                    <a:cubicBezTo>
                      <a:pt x="9" y="10"/>
                      <a:pt x="11" y="7"/>
                      <a:pt x="11" y="4"/>
                    </a:cubicBezTo>
                    <a:cubicBezTo>
                      <a:pt x="11" y="2"/>
                      <a:pt x="9" y="0"/>
                      <a:pt x="6" y="0"/>
                    </a:cubicBezTo>
                    <a:cubicBezTo>
                      <a:pt x="3" y="0"/>
                      <a:pt x="0" y="1"/>
                      <a:pt x="1" y="5"/>
                    </a:cubicBezTo>
                    <a:cubicBezTo>
                      <a:pt x="2" y="7"/>
                      <a:pt x="3" y="10"/>
                      <a:pt x="6"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Oval 13"/>
              <p:cNvSpPr>
                <a:spLocks noChangeArrowheads="1"/>
              </p:cNvSpPr>
              <p:nvPr userDrawn="1"/>
            </p:nvSpPr>
            <p:spPr bwMode="auto">
              <a:xfrm>
                <a:off x="971" y="636"/>
                <a:ext cx="13" cy="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948" y="628"/>
                <a:ext cx="15" cy="16"/>
              </a:xfrm>
              <a:custGeom>
                <a:avLst/>
                <a:gdLst>
                  <a:gd name="T0" fmla="*/ 5 w 10"/>
                  <a:gd name="T1" fmla="*/ 10 h 11"/>
                  <a:gd name="T2" fmla="*/ 10 w 10"/>
                  <a:gd name="T3" fmla="*/ 5 h 11"/>
                  <a:gd name="T4" fmla="*/ 5 w 10"/>
                  <a:gd name="T5" fmla="*/ 0 h 11"/>
                  <a:gd name="T6" fmla="*/ 0 w 10"/>
                  <a:gd name="T7" fmla="*/ 5 h 11"/>
                  <a:gd name="T8" fmla="*/ 5 w 10"/>
                  <a:gd name="T9" fmla="*/ 10 h 11"/>
                </a:gdLst>
                <a:ahLst/>
                <a:cxnLst>
                  <a:cxn ang="0">
                    <a:pos x="T0" y="T1"/>
                  </a:cxn>
                  <a:cxn ang="0">
                    <a:pos x="T2" y="T3"/>
                  </a:cxn>
                  <a:cxn ang="0">
                    <a:pos x="T4" y="T5"/>
                  </a:cxn>
                  <a:cxn ang="0">
                    <a:pos x="T6" y="T7"/>
                  </a:cxn>
                  <a:cxn ang="0">
                    <a:pos x="T8" y="T9"/>
                  </a:cxn>
                </a:cxnLst>
                <a:rect l="0" t="0" r="r" b="b"/>
                <a:pathLst>
                  <a:path w="10" h="11">
                    <a:moveTo>
                      <a:pt x="5" y="10"/>
                    </a:moveTo>
                    <a:cubicBezTo>
                      <a:pt x="8" y="11"/>
                      <a:pt x="10" y="8"/>
                      <a:pt x="10" y="5"/>
                    </a:cubicBezTo>
                    <a:cubicBezTo>
                      <a:pt x="10" y="2"/>
                      <a:pt x="8" y="0"/>
                      <a:pt x="5" y="0"/>
                    </a:cubicBezTo>
                    <a:cubicBezTo>
                      <a:pt x="2" y="0"/>
                      <a:pt x="0" y="2"/>
                      <a:pt x="0" y="5"/>
                    </a:cubicBezTo>
                    <a:cubicBezTo>
                      <a:pt x="0" y="8"/>
                      <a:pt x="0" y="9"/>
                      <a:pt x="5"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993" y="603"/>
                <a:ext cx="15" cy="13"/>
              </a:xfrm>
              <a:custGeom>
                <a:avLst/>
                <a:gdLst>
                  <a:gd name="T0" fmla="*/ 5 w 10"/>
                  <a:gd name="T1" fmla="*/ 9 h 9"/>
                  <a:gd name="T2" fmla="*/ 10 w 10"/>
                  <a:gd name="T3" fmla="*/ 5 h 9"/>
                  <a:gd name="T4" fmla="*/ 5 w 10"/>
                  <a:gd name="T5" fmla="*/ 0 h 9"/>
                  <a:gd name="T6" fmla="*/ 0 w 10"/>
                  <a:gd name="T7" fmla="*/ 5 h 9"/>
                  <a:gd name="T8" fmla="*/ 5 w 10"/>
                  <a:gd name="T9" fmla="*/ 9 h 9"/>
                </a:gdLst>
                <a:ahLst/>
                <a:cxnLst>
                  <a:cxn ang="0">
                    <a:pos x="T0" y="T1"/>
                  </a:cxn>
                  <a:cxn ang="0">
                    <a:pos x="T2" y="T3"/>
                  </a:cxn>
                  <a:cxn ang="0">
                    <a:pos x="T4" y="T5"/>
                  </a:cxn>
                  <a:cxn ang="0">
                    <a:pos x="T6" y="T7"/>
                  </a:cxn>
                  <a:cxn ang="0">
                    <a:pos x="T8" y="T9"/>
                  </a:cxn>
                </a:cxnLst>
                <a:rect l="0" t="0" r="r" b="b"/>
                <a:pathLst>
                  <a:path w="10" h="9">
                    <a:moveTo>
                      <a:pt x="5" y="9"/>
                    </a:moveTo>
                    <a:cubicBezTo>
                      <a:pt x="8" y="9"/>
                      <a:pt x="10" y="8"/>
                      <a:pt x="10" y="5"/>
                    </a:cubicBezTo>
                    <a:cubicBezTo>
                      <a:pt x="10" y="3"/>
                      <a:pt x="8" y="0"/>
                      <a:pt x="5" y="0"/>
                    </a:cubicBezTo>
                    <a:cubicBezTo>
                      <a:pt x="2" y="0"/>
                      <a:pt x="0" y="3"/>
                      <a:pt x="0" y="5"/>
                    </a:cubicBezTo>
                    <a:cubicBezTo>
                      <a:pt x="0" y="8"/>
                      <a:pt x="3" y="9"/>
                      <a:pt x="5"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Oval 16"/>
              <p:cNvSpPr>
                <a:spLocks noChangeArrowheads="1"/>
              </p:cNvSpPr>
              <p:nvPr userDrawn="1"/>
            </p:nvSpPr>
            <p:spPr bwMode="auto">
              <a:xfrm>
                <a:off x="1015" y="591"/>
                <a:ext cx="15" cy="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Oval 17"/>
              <p:cNvSpPr>
                <a:spLocks noChangeArrowheads="1"/>
              </p:cNvSpPr>
              <p:nvPr userDrawn="1"/>
            </p:nvSpPr>
            <p:spPr bwMode="auto">
              <a:xfrm>
                <a:off x="889" y="661"/>
                <a:ext cx="10" cy="12"/>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Oval 18"/>
              <p:cNvSpPr>
                <a:spLocks noChangeArrowheads="1"/>
              </p:cNvSpPr>
              <p:nvPr userDrawn="1"/>
            </p:nvSpPr>
            <p:spPr bwMode="auto">
              <a:xfrm>
                <a:off x="954" y="601"/>
                <a:ext cx="11" cy="12"/>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Oval 19"/>
              <p:cNvSpPr>
                <a:spLocks noChangeArrowheads="1"/>
              </p:cNvSpPr>
              <p:nvPr userDrawn="1"/>
            </p:nvSpPr>
            <p:spPr bwMode="auto">
              <a:xfrm>
                <a:off x="928" y="630"/>
                <a:ext cx="11" cy="8"/>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Oval 20"/>
              <p:cNvSpPr>
                <a:spLocks noChangeArrowheads="1"/>
              </p:cNvSpPr>
              <p:nvPr userDrawn="1"/>
            </p:nvSpPr>
            <p:spPr bwMode="auto">
              <a:xfrm>
                <a:off x="994" y="641"/>
                <a:ext cx="12" cy="11"/>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21"/>
              <p:cNvSpPr>
                <a:spLocks/>
              </p:cNvSpPr>
              <p:nvPr userDrawn="1"/>
            </p:nvSpPr>
            <p:spPr bwMode="auto">
              <a:xfrm>
                <a:off x="1098" y="633"/>
                <a:ext cx="21" cy="22"/>
              </a:xfrm>
              <a:custGeom>
                <a:avLst/>
                <a:gdLst>
                  <a:gd name="T0" fmla="*/ 7 w 14"/>
                  <a:gd name="T1" fmla="*/ 15 h 15"/>
                  <a:gd name="T2" fmla="*/ 14 w 14"/>
                  <a:gd name="T3" fmla="*/ 7 h 15"/>
                  <a:gd name="T4" fmla="*/ 6 w 14"/>
                  <a:gd name="T5" fmla="*/ 0 h 15"/>
                  <a:gd name="T6" fmla="*/ 0 w 14"/>
                  <a:gd name="T7" fmla="*/ 8 h 15"/>
                  <a:gd name="T8" fmla="*/ 7 w 14"/>
                  <a:gd name="T9" fmla="*/ 15 h 15"/>
                </a:gdLst>
                <a:ahLst/>
                <a:cxnLst>
                  <a:cxn ang="0">
                    <a:pos x="T0" y="T1"/>
                  </a:cxn>
                  <a:cxn ang="0">
                    <a:pos x="T2" y="T3"/>
                  </a:cxn>
                  <a:cxn ang="0">
                    <a:pos x="T4" y="T5"/>
                  </a:cxn>
                  <a:cxn ang="0">
                    <a:pos x="T6" y="T7"/>
                  </a:cxn>
                  <a:cxn ang="0">
                    <a:pos x="T8" y="T9"/>
                  </a:cxn>
                </a:cxnLst>
                <a:rect l="0" t="0" r="r" b="b"/>
                <a:pathLst>
                  <a:path w="14" h="15">
                    <a:moveTo>
                      <a:pt x="7" y="15"/>
                    </a:moveTo>
                    <a:cubicBezTo>
                      <a:pt x="10" y="15"/>
                      <a:pt x="14" y="11"/>
                      <a:pt x="14" y="7"/>
                    </a:cubicBezTo>
                    <a:cubicBezTo>
                      <a:pt x="14" y="4"/>
                      <a:pt x="10" y="0"/>
                      <a:pt x="6" y="0"/>
                    </a:cubicBezTo>
                    <a:cubicBezTo>
                      <a:pt x="2" y="0"/>
                      <a:pt x="0" y="4"/>
                      <a:pt x="0" y="8"/>
                    </a:cubicBezTo>
                    <a:cubicBezTo>
                      <a:pt x="0" y="11"/>
                      <a:pt x="3" y="15"/>
                      <a:pt x="7" y="15"/>
                    </a:cubicBezTo>
                    <a:close/>
                  </a:path>
                </a:pathLst>
              </a:cu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Oval 22"/>
              <p:cNvSpPr>
                <a:spLocks noChangeArrowheads="1"/>
              </p:cNvSpPr>
              <p:nvPr userDrawn="1"/>
            </p:nvSpPr>
            <p:spPr bwMode="auto">
              <a:xfrm>
                <a:off x="1085" y="597"/>
                <a:ext cx="22" cy="21"/>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Oval 23"/>
              <p:cNvSpPr>
                <a:spLocks noChangeArrowheads="1"/>
              </p:cNvSpPr>
              <p:nvPr userDrawn="1"/>
            </p:nvSpPr>
            <p:spPr bwMode="auto">
              <a:xfrm>
                <a:off x="1147" y="601"/>
                <a:ext cx="21" cy="20"/>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Oval 24"/>
              <p:cNvSpPr>
                <a:spLocks noChangeArrowheads="1"/>
              </p:cNvSpPr>
              <p:nvPr userDrawn="1"/>
            </p:nvSpPr>
            <p:spPr bwMode="auto">
              <a:xfrm>
                <a:off x="1123" y="621"/>
                <a:ext cx="23" cy="20"/>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Rectangle 25"/>
              <p:cNvSpPr>
                <a:spLocks noChangeArrowheads="1"/>
              </p:cNvSpPr>
              <p:nvPr userDrawn="1"/>
            </p:nvSpPr>
            <p:spPr bwMode="auto">
              <a:xfrm>
                <a:off x="988" y="399"/>
                <a:ext cx="17" cy="16"/>
              </a:xfrm>
              <a:prstGeom prst="rect">
                <a:avLst/>
              </a:pr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0" name="Rectangle 26"/>
              <p:cNvSpPr>
                <a:spLocks noChangeArrowheads="1"/>
              </p:cNvSpPr>
              <p:nvPr userDrawn="1"/>
            </p:nvSpPr>
            <p:spPr bwMode="auto">
              <a:xfrm>
                <a:off x="1111" y="385"/>
                <a:ext cx="17" cy="16"/>
              </a:xfrm>
              <a:prstGeom prst="rect">
                <a:avLst/>
              </a:pr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1" name="Rectangle 27"/>
              <p:cNvSpPr>
                <a:spLocks noChangeArrowheads="1"/>
              </p:cNvSpPr>
              <p:nvPr userDrawn="1"/>
            </p:nvSpPr>
            <p:spPr bwMode="auto">
              <a:xfrm>
                <a:off x="1135" y="461"/>
                <a:ext cx="16" cy="16"/>
              </a:xfrm>
              <a:prstGeom prst="rect">
                <a:avLst/>
              </a:pr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2" name="Rectangle 28"/>
              <p:cNvSpPr>
                <a:spLocks noChangeArrowheads="1"/>
              </p:cNvSpPr>
              <p:nvPr userDrawn="1"/>
            </p:nvSpPr>
            <p:spPr bwMode="auto">
              <a:xfrm>
                <a:off x="1061" y="477"/>
                <a:ext cx="16" cy="16"/>
              </a:xfrm>
              <a:prstGeom prst="rect">
                <a:avLst/>
              </a:pr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3" name="Rectangle 29"/>
              <p:cNvSpPr>
                <a:spLocks noChangeArrowheads="1"/>
              </p:cNvSpPr>
              <p:nvPr userDrawn="1"/>
            </p:nvSpPr>
            <p:spPr bwMode="auto">
              <a:xfrm>
                <a:off x="1025" y="473"/>
                <a:ext cx="17" cy="16"/>
              </a:xfrm>
              <a:prstGeom prst="rect">
                <a:avLst/>
              </a:pr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30"/>
              <p:cNvSpPr>
                <a:spLocks/>
              </p:cNvSpPr>
              <p:nvPr userDrawn="1"/>
            </p:nvSpPr>
            <p:spPr bwMode="auto">
              <a:xfrm>
                <a:off x="951" y="489"/>
                <a:ext cx="23" cy="22"/>
              </a:xfrm>
              <a:custGeom>
                <a:avLst/>
                <a:gdLst>
                  <a:gd name="T0" fmla="*/ 15 w 23"/>
                  <a:gd name="T1" fmla="*/ 22 h 22"/>
                  <a:gd name="T2" fmla="*/ 23 w 23"/>
                  <a:gd name="T3" fmla="*/ 7 h 22"/>
                  <a:gd name="T4" fmla="*/ 8 w 23"/>
                  <a:gd name="T5" fmla="*/ 0 h 22"/>
                  <a:gd name="T6" fmla="*/ 0 w 23"/>
                  <a:gd name="T7" fmla="*/ 15 h 22"/>
                  <a:gd name="T8" fmla="*/ 15 w 23"/>
                  <a:gd name="T9" fmla="*/ 22 h 22"/>
                </a:gdLst>
                <a:ahLst/>
                <a:cxnLst>
                  <a:cxn ang="0">
                    <a:pos x="T0" y="T1"/>
                  </a:cxn>
                  <a:cxn ang="0">
                    <a:pos x="T2" y="T3"/>
                  </a:cxn>
                  <a:cxn ang="0">
                    <a:pos x="T4" y="T5"/>
                  </a:cxn>
                  <a:cxn ang="0">
                    <a:pos x="T6" y="T7"/>
                  </a:cxn>
                  <a:cxn ang="0">
                    <a:pos x="T8" y="T9"/>
                  </a:cxn>
                </a:cxnLst>
                <a:rect l="0" t="0" r="r" b="b"/>
                <a:pathLst>
                  <a:path w="23" h="22">
                    <a:moveTo>
                      <a:pt x="15" y="22"/>
                    </a:moveTo>
                    <a:lnTo>
                      <a:pt x="23" y="7"/>
                    </a:lnTo>
                    <a:lnTo>
                      <a:pt x="8" y="0"/>
                    </a:lnTo>
                    <a:lnTo>
                      <a:pt x="0" y="15"/>
                    </a:lnTo>
                    <a:lnTo>
                      <a:pt x="15" y="22"/>
                    </a:lnTo>
                    <a:close/>
                  </a:path>
                </a:pathLst>
              </a:cu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31"/>
              <p:cNvSpPr>
                <a:spLocks/>
              </p:cNvSpPr>
              <p:nvPr userDrawn="1"/>
            </p:nvSpPr>
            <p:spPr bwMode="auto">
              <a:xfrm>
                <a:off x="971" y="401"/>
                <a:ext cx="149" cy="79"/>
              </a:xfrm>
              <a:custGeom>
                <a:avLst/>
                <a:gdLst>
                  <a:gd name="T0" fmla="*/ 22 w 149"/>
                  <a:gd name="T1" fmla="*/ 27 h 79"/>
                  <a:gd name="T2" fmla="*/ 0 w 149"/>
                  <a:gd name="T3" fmla="*/ 79 h 79"/>
                  <a:gd name="T4" fmla="*/ 63 w 149"/>
                  <a:gd name="T5" fmla="*/ 58 h 79"/>
                  <a:gd name="T6" fmla="*/ 149 w 149"/>
                  <a:gd name="T7" fmla="*/ 9 h 79"/>
                  <a:gd name="T8" fmla="*/ 149 w 149"/>
                  <a:gd name="T9" fmla="*/ 0 h 79"/>
                </a:gdLst>
                <a:ahLst/>
                <a:cxnLst>
                  <a:cxn ang="0">
                    <a:pos x="T0" y="T1"/>
                  </a:cxn>
                  <a:cxn ang="0">
                    <a:pos x="T2" y="T3"/>
                  </a:cxn>
                  <a:cxn ang="0">
                    <a:pos x="T4" y="T5"/>
                  </a:cxn>
                  <a:cxn ang="0">
                    <a:pos x="T6" y="T7"/>
                  </a:cxn>
                  <a:cxn ang="0">
                    <a:pos x="T8" y="T9"/>
                  </a:cxn>
                </a:cxnLst>
                <a:rect l="0" t="0" r="r" b="b"/>
                <a:pathLst>
                  <a:path w="149" h="79">
                    <a:moveTo>
                      <a:pt x="22" y="27"/>
                    </a:moveTo>
                    <a:lnTo>
                      <a:pt x="0" y="79"/>
                    </a:lnTo>
                    <a:lnTo>
                      <a:pt x="63" y="58"/>
                    </a:lnTo>
                    <a:lnTo>
                      <a:pt x="149" y="9"/>
                    </a:lnTo>
                    <a:lnTo>
                      <a:pt x="149" y="0"/>
                    </a:lnTo>
                  </a:path>
                </a:pathLst>
              </a:cu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32"/>
              <p:cNvSpPr>
                <a:spLocks/>
              </p:cNvSpPr>
              <p:nvPr userDrawn="1"/>
            </p:nvSpPr>
            <p:spPr bwMode="auto">
              <a:xfrm>
                <a:off x="997" y="413"/>
                <a:ext cx="147" cy="36"/>
              </a:xfrm>
              <a:custGeom>
                <a:avLst/>
                <a:gdLst>
                  <a:gd name="T0" fmla="*/ 0 w 147"/>
                  <a:gd name="T1" fmla="*/ 11 h 36"/>
                  <a:gd name="T2" fmla="*/ 60 w 147"/>
                  <a:gd name="T3" fmla="*/ 20 h 36"/>
                  <a:gd name="T4" fmla="*/ 122 w 147"/>
                  <a:gd name="T5" fmla="*/ 0 h 36"/>
                  <a:gd name="T6" fmla="*/ 147 w 147"/>
                  <a:gd name="T7" fmla="*/ 30 h 36"/>
                  <a:gd name="T8" fmla="*/ 113 w 147"/>
                  <a:gd name="T9" fmla="*/ 36 h 36"/>
                </a:gdLst>
                <a:ahLst/>
                <a:cxnLst>
                  <a:cxn ang="0">
                    <a:pos x="T0" y="T1"/>
                  </a:cxn>
                  <a:cxn ang="0">
                    <a:pos x="T2" y="T3"/>
                  </a:cxn>
                  <a:cxn ang="0">
                    <a:pos x="T4" y="T5"/>
                  </a:cxn>
                  <a:cxn ang="0">
                    <a:pos x="T6" y="T7"/>
                  </a:cxn>
                  <a:cxn ang="0">
                    <a:pos x="T8" y="T9"/>
                  </a:cxn>
                </a:cxnLst>
                <a:rect l="0" t="0" r="r" b="b"/>
                <a:pathLst>
                  <a:path w="147" h="36">
                    <a:moveTo>
                      <a:pt x="0" y="11"/>
                    </a:moveTo>
                    <a:lnTo>
                      <a:pt x="60" y="20"/>
                    </a:lnTo>
                    <a:lnTo>
                      <a:pt x="122" y="0"/>
                    </a:lnTo>
                    <a:lnTo>
                      <a:pt x="147" y="30"/>
                    </a:lnTo>
                    <a:lnTo>
                      <a:pt x="113" y="36"/>
                    </a:lnTo>
                  </a:path>
                </a:pathLst>
              </a:cu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33"/>
              <p:cNvSpPr>
                <a:spLocks/>
              </p:cNvSpPr>
              <p:nvPr userDrawn="1"/>
            </p:nvSpPr>
            <p:spPr bwMode="auto">
              <a:xfrm>
                <a:off x="1057" y="441"/>
                <a:ext cx="50" cy="27"/>
              </a:xfrm>
              <a:custGeom>
                <a:avLst/>
                <a:gdLst>
                  <a:gd name="T0" fmla="*/ 50 w 50"/>
                  <a:gd name="T1" fmla="*/ 6 h 27"/>
                  <a:gd name="T2" fmla="*/ 10 w 50"/>
                  <a:gd name="T3" fmla="*/ 27 h 27"/>
                  <a:gd name="T4" fmla="*/ 0 w 50"/>
                  <a:gd name="T5" fmla="*/ 0 h 27"/>
                </a:gdLst>
                <a:ahLst/>
                <a:cxnLst>
                  <a:cxn ang="0">
                    <a:pos x="T0" y="T1"/>
                  </a:cxn>
                  <a:cxn ang="0">
                    <a:pos x="T2" y="T3"/>
                  </a:cxn>
                  <a:cxn ang="0">
                    <a:pos x="T4" y="T5"/>
                  </a:cxn>
                </a:cxnLst>
                <a:rect l="0" t="0" r="r" b="b"/>
                <a:pathLst>
                  <a:path w="50" h="27">
                    <a:moveTo>
                      <a:pt x="50" y="6"/>
                    </a:moveTo>
                    <a:lnTo>
                      <a:pt x="10" y="27"/>
                    </a:lnTo>
                    <a:lnTo>
                      <a:pt x="0" y="0"/>
                    </a:lnTo>
                  </a:path>
                </a:pathLst>
              </a:cu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8" name="Line 34"/>
              <p:cNvSpPr>
                <a:spLocks noChangeShapeType="1"/>
              </p:cNvSpPr>
              <p:nvPr userDrawn="1"/>
            </p:nvSpPr>
            <p:spPr bwMode="auto">
              <a:xfrm>
                <a:off x="1036" y="461"/>
                <a:ext cx="31" cy="3"/>
              </a:xfrm>
              <a:prstGeom prst="line">
                <a:avLst/>
              </a:prstGeom>
              <a:noFill/>
              <a:ln w="4763"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35"/>
              <p:cNvSpPr>
                <a:spLocks/>
              </p:cNvSpPr>
              <p:nvPr userDrawn="1"/>
            </p:nvSpPr>
            <p:spPr bwMode="auto">
              <a:xfrm>
                <a:off x="996" y="415"/>
                <a:ext cx="71" cy="49"/>
              </a:xfrm>
              <a:custGeom>
                <a:avLst/>
                <a:gdLst>
                  <a:gd name="T0" fmla="*/ 71 w 71"/>
                  <a:gd name="T1" fmla="*/ 49 h 49"/>
                  <a:gd name="T2" fmla="*/ 0 w 71"/>
                  <a:gd name="T3" fmla="*/ 9 h 49"/>
                  <a:gd name="T4" fmla="*/ 0 w 71"/>
                  <a:gd name="T5" fmla="*/ 0 h 49"/>
                </a:gdLst>
                <a:ahLst/>
                <a:cxnLst>
                  <a:cxn ang="0">
                    <a:pos x="T0" y="T1"/>
                  </a:cxn>
                  <a:cxn ang="0">
                    <a:pos x="T2" y="T3"/>
                  </a:cxn>
                  <a:cxn ang="0">
                    <a:pos x="T4" y="T5"/>
                  </a:cxn>
                </a:cxnLst>
                <a:rect l="0" t="0" r="r" b="b"/>
                <a:pathLst>
                  <a:path w="71" h="49">
                    <a:moveTo>
                      <a:pt x="71" y="49"/>
                    </a:moveTo>
                    <a:lnTo>
                      <a:pt x="0" y="9"/>
                    </a:lnTo>
                    <a:lnTo>
                      <a:pt x="0" y="0"/>
                    </a:lnTo>
                  </a:path>
                </a:pathLst>
              </a:custGeom>
              <a:noFill/>
              <a:ln w="4763"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0" name="Line 36"/>
              <p:cNvSpPr>
                <a:spLocks noChangeShapeType="1"/>
              </p:cNvSpPr>
              <p:nvPr userDrawn="1"/>
            </p:nvSpPr>
            <p:spPr bwMode="auto">
              <a:xfrm flipH="1">
                <a:off x="1110" y="409"/>
                <a:ext cx="9" cy="32"/>
              </a:xfrm>
              <a:prstGeom prst="line">
                <a:avLst/>
              </a:prstGeom>
              <a:noFill/>
              <a:ln w="4763"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1" name="Line 37"/>
              <p:cNvSpPr>
                <a:spLocks noChangeShapeType="1"/>
              </p:cNvSpPr>
              <p:nvPr userDrawn="1"/>
            </p:nvSpPr>
            <p:spPr bwMode="auto">
              <a:xfrm>
                <a:off x="1143" y="453"/>
                <a:ext cx="0" cy="8"/>
              </a:xfrm>
              <a:prstGeom prst="line">
                <a:avLst/>
              </a:prstGeom>
              <a:noFill/>
              <a:ln w="4763"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38"/>
              <p:cNvSpPr>
                <a:spLocks noChangeShapeType="1"/>
              </p:cNvSpPr>
              <p:nvPr userDrawn="1"/>
            </p:nvSpPr>
            <p:spPr bwMode="auto">
              <a:xfrm flipH="1">
                <a:off x="965" y="487"/>
                <a:ext cx="4" cy="8"/>
              </a:xfrm>
              <a:prstGeom prst="line">
                <a:avLst/>
              </a:prstGeom>
              <a:noFill/>
              <a:ln w="4763"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39"/>
              <p:cNvSpPr>
                <a:spLocks noChangeShapeType="1"/>
              </p:cNvSpPr>
              <p:nvPr userDrawn="1"/>
            </p:nvSpPr>
            <p:spPr bwMode="auto">
              <a:xfrm>
                <a:off x="1033" y="468"/>
                <a:ext cx="0" cy="5"/>
              </a:xfrm>
              <a:prstGeom prst="line">
                <a:avLst/>
              </a:prstGeom>
              <a:noFill/>
              <a:ln w="4763"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40"/>
              <p:cNvSpPr>
                <a:spLocks noChangeShapeType="1"/>
              </p:cNvSpPr>
              <p:nvPr userDrawn="1"/>
            </p:nvSpPr>
            <p:spPr bwMode="auto">
              <a:xfrm>
                <a:off x="1068" y="473"/>
                <a:ext cx="0" cy="6"/>
              </a:xfrm>
              <a:prstGeom prst="line">
                <a:avLst/>
              </a:prstGeom>
              <a:noFill/>
              <a:ln w="4763"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Oval 41"/>
              <p:cNvSpPr>
                <a:spLocks noChangeArrowheads="1"/>
              </p:cNvSpPr>
              <p:nvPr userDrawn="1"/>
            </p:nvSpPr>
            <p:spPr bwMode="auto">
              <a:xfrm>
                <a:off x="1111" y="407"/>
                <a:ext cx="17" cy="15"/>
              </a:xfrm>
              <a:prstGeom prst="ellipse">
                <a:avLst/>
              </a:prstGeom>
              <a:solidFill>
                <a:srgbClr val="EF40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Oval 42"/>
              <p:cNvSpPr>
                <a:spLocks noChangeArrowheads="1"/>
              </p:cNvSpPr>
              <p:nvPr userDrawn="1"/>
            </p:nvSpPr>
            <p:spPr bwMode="auto">
              <a:xfrm>
                <a:off x="1025" y="453"/>
                <a:ext cx="17" cy="17"/>
              </a:xfrm>
              <a:prstGeom prst="ellipse">
                <a:avLst/>
              </a:prstGeom>
              <a:solidFill>
                <a:srgbClr val="EF40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Oval 43"/>
              <p:cNvSpPr>
                <a:spLocks noChangeArrowheads="1"/>
              </p:cNvSpPr>
              <p:nvPr userDrawn="1"/>
            </p:nvSpPr>
            <p:spPr bwMode="auto">
              <a:xfrm>
                <a:off x="1049" y="428"/>
                <a:ext cx="16" cy="15"/>
              </a:xfrm>
              <a:prstGeom prst="ellipse">
                <a:avLst/>
              </a:prstGeom>
              <a:solidFill>
                <a:srgbClr val="EF40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Oval 44"/>
              <p:cNvSpPr>
                <a:spLocks noChangeArrowheads="1"/>
              </p:cNvSpPr>
              <p:nvPr userDrawn="1"/>
            </p:nvSpPr>
            <p:spPr bwMode="auto">
              <a:xfrm>
                <a:off x="965" y="474"/>
                <a:ext cx="14" cy="16"/>
              </a:xfrm>
              <a:prstGeom prst="ellipse">
                <a:avLst/>
              </a:prstGeom>
              <a:solidFill>
                <a:srgbClr val="F386A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Oval 45"/>
              <p:cNvSpPr>
                <a:spLocks noChangeArrowheads="1"/>
              </p:cNvSpPr>
              <p:nvPr userDrawn="1"/>
            </p:nvSpPr>
            <p:spPr bwMode="auto">
              <a:xfrm>
                <a:off x="1101" y="440"/>
                <a:ext cx="16" cy="15"/>
              </a:xfrm>
              <a:prstGeom prst="ellipse">
                <a:avLst/>
              </a:prstGeom>
              <a:solidFill>
                <a:srgbClr val="F386A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Oval 46"/>
              <p:cNvSpPr>
                <a:spLocks noChangeArrowheads="1"/>
              </p:cNvSpPr>
              <p:nvPr userDrawn="1"/>
            </p:nvSpPr>
            <p:spPr bwMode="auto">
              <a:xfrm>
                <a:off x="988" y="419"/>
                <a:ext cx="15" cy="15"/>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Oval 47"/>
              <p:cNvSpPr>
                <a:spLocks noChangeArrowheads="1"/>
              </p:cNvSpPr>
              <p:nvPr userDrawn="1"/>
            </p:nvSpPr>
            <p:spPr bwMode="auto">
              <a:xfrm>
                <a:off x="1134" y="439"/>
                <a:ext cx="16" cy="16"/>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Oval 48"/>
              <p:cNvSpPr>
                <a:spLocks noChangeArrowheads="1"/>
              </p:cNvSpPr>
              <p:nvPr userDrawn="1"/>
            </p:nvSpPr>
            <p:spPr bwMode="auto">
              <a:xfrm>
                <a:off x="1061" y="458"/>
                <a:ext cx="16" cy="16"/>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49"/>
              <p:cNvSpPr>
                <a:spLocks/>
              </p:cNvSpPr>
              <p:nvPr userDrawn="1"/>
            </p:nvSpPr>
            <p:spPr bwMode="auto">
              <a:xfrm>
                <a:off x="464" y="791"/>
                <a:ext cx="142" cy="166"/>
              </a:xfrm>
              <a:custGeom>
                <a:avLst/>
                <a:gdLst>
                  <a:gd name="T0" fmla="*/ 81 w 96"/>
                  <a:gd name="T1" fmla="*/ 35 h 112"/>
                  <a:gd name="T2" fmla="*/ 51 w 96"/>
                  <a:gd name="T3" fmla="*/ 12 h 112"/>
                  <a:gd name="T4" fmla="*/ 14 w 96"/>
                  <a:gd name="T5" fmla="*/ 55 h 112"/>
                  <a:gd name="T6" fmla="*/ 51 w 96"/>
                  <a:gd name="T7" fmla="*/ 100 h 112"/>
                  <a:gd name="T8" fmla="*/ 82 w 96"/>
                  <a:gd name="T9" fmla="*/ 69 h 112"/>
                  <a:gd name="T10" fmla="*/ 96 w 96"/>
                  <a:gd name="T11" fmla="*/ 69 h 112"/>
                  <a:gd name="T12" fmla="*/ 50 w 96"/>
                  <a:gd name="T13" fmla="*/ 112 h 112"/>
                  <a:gd name="T14" fmla="*/ 0 w 96"/>
                  <a:gd name="T15" fmla="*/ 56 h 112"/>
                  <a:gd name="T16" fmla="*/ 51 w 96"/>
                  <a:gd name="T17" fmla="*/ 0 h 112"/>
                  <a:gd name="T18" fmla="*/ 95 w 96"/>
                  <a:gd name="T19" fmla="*/ 35 h 112"/>
                  <a:gd name="T20" fmla="*/ 81 w 96"/>
                  <a:gd name="T21" fmla="*/ 3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112">
                    <a:moveTo>
                      <a:pt x="81" y="35"/>
                    </a:moveTo>
                    <a:cubicBezTo>
                      <a:pt x="78" y="20"/>
                      <a:pt x="65" y="12"/>
                      <a:pt x="51" y="12"/>
                    </a:cubicBezTo>
                    <a:cubicBezTo>
                      <a:pt x="25" y="12"/>
                      <a:pt x="14" y="33"/>
                      <a:pt x="14" y="55"/>
                    </a:cubicBezTo>
                    <a:cubicBezTo>
                      <a:pt x="14" y="80"/>
                      <a:pt x="25" y="100"/>
                      <a:pt x="51" y="100"/>
                    </a:cubicBezTo>
                    <a:cubicBezTo>
                      <a:pt x="69" y="100"/>
                      <a:pt x="80" y="87"/>
                      <a:pt x="82" y="69"/>
                    </a:cubicBezTo>
                    <a:cubicBezTo>
                      <a:pt x="96" y="69"/>
                      <a:pt x="96" y="69"/>
                      <a:pt x="96" y="69"/>
                    </a:cubicBezTo>
                    <a:cubicBezTo>
                      <a:pt x="93" y="96"/>
                      <a:pt x="76" y="112"/>
                      <a:pt x="50" y="112"/>
                    </a:cubicBezTo>
                    <a:cubicBezTo>
                      <a:pt x="16" y="112"/>
                      <a:pt x="0" y="87"/>
                      <a:pt x="0" y="56"/>
                    </a:cubicBezTo>
                    <a:cubicBezTo>
                      <a:pt x="0" y="25"/>
                      <a:pt x="18" y="0"/>
                      <a:pt x="51" y="0"/>
                    </a:cubicBezTo>
                    <a:cubicBezTo>
                      <a:pt x="73" y="0"/>
                      <a:pt x="91" y="12"/>
                      <a:pt x="95" y="35"/>
                    </a:cubicBezTo>
                    <a:lnTo>
                      <a:pt x="81" y="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50"/>
              <p:cNvSpPr>
                <a:spLocks/>
              </p:cNvSpPr>
              <p:nvPr userDrawn="1"/>
            </p:nvSpPr>
            <p:spPr bwMode="auto">
              <a:xfrm>
                <a:off x="624" y="796"/>
                <a:ext cx="95" cy="157"/>
              </a:xfrm>
              <a:custGeom>
                <a:avLst/>
                <a:gdLst>
                  <a:gd name="T0" fmla="*/ 0 w 64"/>
                  <a:gd name="T1" fmla="*/ 0 h 106"/>
                  <a:gd name="T2" fmla="*/ 12 w 64"/>
                  <a:gd name="T3" fmla="*/ 0 h 106"/>
                  <a:gd name="T4" fmla="*/ 12 w 64"/>
                  <a:gd name="T5" fmla="*/ 40 h 106"/>
                  <a:gd name="T6" fmla="*/ 13 w 64"/>
                  <a:gd name="T7" fmla="*/ 40 h 106"/>
                  <a:gd name="T8" fmla="*/ 37 w 64"/>
                  <a:gd name="T9" fmla="*/ 27 h 106"/>
                  <a:gd name="T10" fmla="*/ 64 w 64"/>
                  <a:gd name="T11" fmla="*/ 56 h 106"/>
                  <a:gd name="T12" fmla="*/ 64 w 64"/>
                  <a:gd name="T13" fmla="*/ 106 h 106"/>
                  <a:gd name="T14" fmla="*/ 51 w 64"/>
                  <a:gd name="T15" fmla="*/ 106 h 106"/>
                  <a:gd name="T16" fmla="*/ 51 w 64"/>
                  <a:gd name="T17" fmla="*/ 54 h 106"/>
                  <a:gd name="T18" fmla="*/ 35 w 64"/>
                  <a:gd name="T19" fmla="*/ 38 h 106"/>
                  <a:gd name="T20" fmla="*/ 12 w 64"/>
                  <a:gd name="T21" fmla="*/ 63 h 106"/>
                  <a:gd name="T22" fmla="*/ 12 w 64"/>
                  <a:gd name="T23" fmla="*/ 106 h 106"/>
                  <a:gd name="T24" fmla="*/ 0 w 64"/>
                  <a:gd name="T25" fmla="*/ 106 h 106"/>
                  <a:gd name="T26" fmla="*/ 0 w 64"/>
                  <a:gd name="T2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106">
                    <a:moveTo>
                      <a:pt x="0" y="0"/>
                    </a:moveTo>
                    <a:cubicBezTo>
                      <a:pt x="12" y="0"/>
                      <a:pt x="12" y="0"/>
                      <a:pt x="12" y="0"/>
                    </a:cubicBezTo>
                    <a:cubicBezTo>
                      <a:pt x="12" y="40"/>
                      <a:pt x="12" y="40"/>
                      <a:pt x="12" y="40"/>
                    </a:cubicBezTo>
                    <a:cubicBezTo>
                      <a:pt x="13" y="40"/>
                      <a:pt x="13" y="40"/>
                      <a:pt x="13" y="40"/>
                    </a:cubicBezTo>
                    <a:cubicBezTo>
                      <a:pt x="17" y="31"/>
                      <a:pt x="28" y="27"/>
                      <a:pt x="37" y="27"/>
                    </a:cubicBezTo>
                    <a:cubicBezTo>
                      <a:pt x="57" y="27"/>
                      <a:pt x="64" y="39"/>
                      <a:pt x="64" y="56"/>
                    </a:cubicBezTo>
                    <a:cubicBezTo>
                      <a:pt x="64" y="106"/>
                      <a:pt x="64" y="106"/>
                      <a:pt x="64" y="106"/>
                    </a:cubicBezTo>
                    <a:cubicBezTo>
                      <a:pt x="51" y="106"/>
                      <a:pt x="51" y="106"/>
                      <a:pt x="51" y="106"/>
                    </a:cubicBezTo>
                    <a:cubicBezTo>
                      <a:pt x="51" y="54"/>
                      <a:pt x="51" y="54"/>
                      <a:pt x="51" y="54"/>
                    </a:cubicBezTo>
                    <a:cubicBezTo>
                      <a:pt x="51" y="45"/>
                      <a:pt x="45" y="38"/>
                      <a:pt x="35" y="38"/>
                    </a:cubicBezTo>
                    <a:cubicBezTo>
                      <a:pt x="20" y="38"/>
                      <a:pt x="12" y="49"/>
                      <a:pt x="12" y="63"/>
                    </a:cubicBezTo>
                    <a:cubicBezTo>
                      <a:pt x="12" y="106"/>
                      <a:pt x="12" y="106"/>
                      <a:pt x="12" y="106"/>
                    </a:cubicBezTo>
                    <a:cubicBezTo>
                      <a:pt x="0" y="106"/>
                      <a:pt x="0" y="106"/>
                      <a:pt x="0" y="10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51"/>
              <p:cNvSpPr>
                <a:spLocks noEditPoints="1"/>
              </p:cNvSpPr>
              <p:nvPr userDrawn="1"/>
            </p:nvSpPr>
            <p:spPr bwMode="auto">
              <a:xfrm>
                <a:off x="730" y="836"/>
                <a:ext cx="107" cy="120"/>
              </a:xfrm>
              <a:custGeom>
                <a:avLst/>
                <a:gdLst>
                  <a:gd name="T0" fmla="*/ 71 w 72"/>
                  <a:gd name="T1" fmla="*/ 55 h 81"/>
                  <a:gd name="T2" fmla="*/ 37 w 72"/>
                  <a:gd name="T3" fmla="*/ 81 h 81"/>
                  <a:gd name="T4" fmla="*/ 0 w 72"/>
                  <a:gd name="T5" fmla="*/ 40 h 81"/>
                  <a:gd name="T6" fmla="*/ 37 w 72"/>
                  <a:gd name="T7" fmla="*/ 0 h 81"/>
                  <a:gd name="T8" fmla="*/ 72 w 72"/>
                  <a:gd name="T9" fmla="*/ 45 h 81"/>
                  <a:gd name="T10" fmla="*/ 14 w 72"/>
                  <a:gd name="T11" fmla="*/ 45 h 81"/>
                  <a:gd name="T12" fmla="*/ 38 w 72"/>
                  <a:gd name="T13" fmla="*/ 70 h 81"/>
                  <a:gd name="T14" fmla="*/ 58 w 72"/>
                  <a:gd name="T15" fmla="*/ 55 h 81"/>
                  <a:gd name="T16" fmla="*/ 71 w 72"/>
                  <a:gd name="T17" fmla="*/ 55 h 81"/>
                  <a:gd name="T18" fmla="*/ 58 w 72"/>
                  <a:gd name="T19" fmla="*/ 33 h 81"/>
                  <a:gd name="T20" fmla="*/ 36 w 72"/>
                  <a:gd name="T21" fmla="*/ 11 h 81"/>
                  <a:gd name="T22" fmla="*/ 14 w 72"/>
                  <a:gd name="T23" fmla="*/ 33 h 81"/>
                  <a:gd name="T24" fmla="*/ 58 w 72"/>
                  <a:gd name="T25" fmla="*/ 3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81">
                    <a:moveTo>
                      <a:pt x="71" y="55"/>
                    </a:moveTo>
                    <a:cubicBezTo>
                      <a:pt x="67" y="72"/>
                      <a:pt x="55" y="81"/>
                      <a:pt x="37" y="81"/>
                    </a:cubicBezTo>
                    <a:cubicBezTo>
                      <a:pt x="13" y="81"/>
                      <a:pt x="1" y="64"/>
                      <a:pt x="0" y="40"/>
                    </a:cubicBezTo>
                    <a:cubicBezTo>
                      <a:pt x="0" y="17"/>
                      <a:pt x="16" y="0"/>
                      <a:pt x="37" y="0"/>
                    </a:cubicBezTo>
                    <a:cubicBezTo>
                      <a:pt x="64" y="0"/>
                      <a:pt x="72" y="26"/>
                      <a:pt x="72" y="45"/>
                    </a:cubicBezTo>
                    <a:cubicBezTo>
                      <a:pt x="14" y="45"/>
                      <a:pt x="14" y="45"/>
                      <a:pt x="14" y="45"/>
                    </a:cubicBezTo>
                    <a:cubicBezTo>
                      <a:pt x="13" y="58"/>
                      <a:pt x="21" y="70"/>
                      <a:pt x="38" y="70"/>
                    </a:cubicBezTo>
                    <a:cubicBezTo>
                      <a:pt x="48" y="70"/>
                      <a:pt x="56" y="65"/>
                      <a:pt x="58" y="55"/>
                    </a:cubicBezTo>
                    <a:lnTo>
                      <a:pt x="71" y="55"/>
                    </a:lnTo>
                    <a:close/>
                    <a:moveTo>
                      <a:pt x="58" y="33"/>
                    </a:moveTo>
                    <a:cubicBezTo>
                      <a:pt x="58" y="21"/>
                      <a:pt x="49" y="11"/>
                      <a:pt x="36" y="11"/>
                    </a:cubicBezTo>
                    <a:cubicBezTo>
                      <a:pt x="23" y="11"/>
                      <a:pt x="15" y="21"/>
                      <a:pt x="14" y="33"/>
                    </a:cubicBezTo>
                    <a:lnTo>
                      <a:pt x="58" y="3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52"/>
              <p:cNvSpPr>
                <a:spLocks/>
              </p:cNvSpPr>
              <p:nvPr userDrawn="1"/>
            </p:nvSpPr>
            <p:spPr bwMode="auto">
              <a:xfrm>
                <a:off x="848" y="836"/>
                <a:ext cx="105" cy="120"/>
              </a:xfrm>
              <a:custGeom>
                <a:avLst/>
                <a:gdLst>
                  <a:gd name="T0" fmla="*/ 57 w 71"/>
                  <a:gd name="T1" fmla="*/ 27 h 81"/>
                  <a:gd name="T2" fmla="*/ 38 w 71"/>
                  <a:gd name="T3" fmla="*/ 11 h 81"/>
                  <a:gd name="T4" fmla="*/ 14 w 71"/>
                  <a:gd name="T5" fmla="*/ 42 h 81"/>
                  <a:gd name="T6" fmla="*/ 36 w 71"/>
                  <a:gd name="T7" fmla="*/ 70 h 81"/>
                  <a:gd name="T8" fmla="*/ 58 w 71"/>
                  <a:gd name="T9" fmla="*/ 51 h 81"/>
                  <a:gd name="T10" fmla="*/ 71 w 71"/>
                  <a:gd name="T11" fmla="*/ 51 h 81"/>
                  <a:gd name="T12" fmla="*/ 37 w 71"/>
                  <a:gd name="T13" fmla="*/ 81 h 81"/>
                  <a:gd name="T14" fmla="*/ 0 w 71"/>
                  <a:gd name="T15" fmla="*/ 42 h 81"/>
                  <a:gd name="T16" fmla="*/ 37 w 71"/>
                  <a:gd name="T17" fmla="*/ 0 h 81"/>
                  <a:gd name="T18" fmla="*/ 70 w 71"/>
                  <a:gd name="T19" fmla="*/ 27 h 81"/>
                  <a:gd name="T20" fmla="*/ 57 w 71"/>
                  <a:gd name="T21" fmla="*/ 2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81">
                    <a:moveTo>
                      <a:pt x="57" y="27"/>
                    </a:moveTo>
                    <a:cubicBezTo>
                      <a:pt x="55" y="17"/>
                      <a:pt x="48" y="11"/>
                      <a:pt x="38" y="11"/>
                    </a:cubicBezTo>
                    <a:cubicBezTo>
                      <a:pt x="19" y="11"/>
                      <a:pt x="14" y="26"/>
                      <a:pt x="14" y="42"/>
                    </a:cubicBezTo>
                    <a:cubicBezTo>
                      <a:pt x="14" y="56"/>
                      <a:pt x="20" y="70"/>
                      <a:pt x="36" y="70"/>
                    </a:cubicBezTo>
                    <a:cubicBezTo>
                      <a:pt x="49" y="70"/>
                      <a:pt x="56" y="63"/>
                      <a:pt x="58" y="51"/>
                    </a:cubicBezTo>
                    <a:cubicBezTo>
                      <a:pt x="71" y="51"/>
                      <a:pt x="71" y="51"/>
                      <a:pt x="71" y="51"/>
                    </a:cubicBezTo>
                    <a:cubicBezTo>
                      <a:pt x="68" y="70"/>
                      <a:pt x="56" y="81"/>
                      <a:pt x="37" y="81"/>
                    </a:cubicBezTo>
                    <a:cubicBezTo>
                      <a:pt x="13" y="81"/>
                      <a:pt x="0" y="65"/>
                      <a:pt x="0" y="42"/>
                    </a:cubicBezTo>
                    <a:cubicBezTo>
                      <a:pt x="0" y="18"/>
                      <a:pt x="12" y="0"/>
                      <a:pt x="37" y="0"/>
                    </a:cubicBezTo>
                    <a:cubicBezTo>
                      <a:pt x="54" y="0"/>
                      <a:pt x="68" y="8"/>
                      <a:pt x="70" y="27"/>
                    </a:cubicBezTo>
                    <a:lnTo>
                      <a:pt x="57" y="2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57" name="Freeform 53"/>
              <p:cNvSpPr>
                <a:spLocks/>
              </p:cNvSpPr>
              <p:nvPr userDrawn="1"/>
            </p:nvSpPr>
            <p:spPr bwMode="auto">
              <a:xfrm>
                <a:off x="968" y="796"/>
                <a:ext cx="99" cy="157"/>
              </a:xfrm>
              <a:custGeom>
                <a:avLst/>
                <a:gdLst>
                  <a:gd name="T0" fmla="*/ 0 w 99"/>
                  <a:gd name="T1" fmla="*/ 0 h 157"/>
                  <a:gd name="T2" fmla="*/ 19 w 99"/>
                  <a:gd name="T3" fmla="*/ 0 h 157"/>
                  <a:gd name="T4" fmla="*/ 19 w 99"/>
                  <a:gd name="T5" fmla="*/ 93 h 157"/>
                  <a:gd name="T6" fmla="*/ 71 w 99"/>
                  <a:gd name="T7" fmla="*/ 42 h 157"/>
                  <a:gd name="T8" fmla="*/ 96 w 99"/>
                  <a:gd name="T9" fmla="*/ 42 h 157"/>
                  <a:gd name="T10" fmla="*/ 50 w 99"/>
                  <a:gd name="T11" fmla="*/ 84 h 157"/>
                  <a:gd name="T12" fmla="*/ 99 w 99"/>
                  <a:gd name="T13" fmla="*/ 157 h 157"/>
                  <a:gd name="T14" fmla="*/ 75 w 99"/>
                  <a:gd name="T15" fmla="*/ 157 h 157"/>
                  <a:gd name="T16" fmla="*/ 37 w 99"/>
                  <a:gd name="T17" fmla="*/ 97 h 157"/>
                  <a:gd name="T18" fmla="*/ 19 w 99"/>
                  <a:gd name="T19" fmla="*/ 114 h 157"/>
                  <a:gd name="T20" fmla="*/ 19 w 99"/>
                  <a:gd name="T21" fmla="*/ 157 h 157"/>
                  <a:gd name="T22" fmla="*/ 0 w 99"/>
                  <a:gd name="T23" fmla="*/ 157 h 157"/>
                  <a:gd name="T24" fmla="*/ 0 w 99"/>
                  <a:gd name="T25"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57">
                    <a:moveTo>
                      <a:pt x="0" y="0"/>
                    </a:moveTo>
                    <a:lnTo>
                      <a:pt x="19" y="0"/>
                    </a:lnTo>
                    <a:lnTo>
                      <a:pt x="19" y="93"/>
                    </a:lnTo>
                    <a:lnTo>
                      <a:pt x="71" y="42"/>
                    </a:lnTo>
                    <a:lnTo>
                      <a:pt x="96" y="42"/>
                    </a:lnTo>
                    <a:lnTo>
                      <a:pt x="50" y="84"/>
                    </a:lnTo>
                    <a:lnTo>
                      <a:pt x="99" y="157"/>
                    </a:lnTo>
                    <a:lnTo>
                      <a:pt x="75" y="157"/>
                    </a:lnTo>
                    <a:lnTo>
                      <a:pt x="37" y="97"/>
                    </a:lnTo>
                    <a:lnTo>
                      <a:pt x="19" y="114"/>
                    </a:lnTo>
                    <a:lnTo>
                      <a:pt x="19" y="157"/>
                    </a:lnTo>
                    <a:lnTo>
                      <a:pt x="0" y="157"/>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54"/>
              <p:cNvSpPr>
                <a:spLocks noEditPoints="1"/>
              </p:cNvSpPr>
              <p:nvPr userDrawn="1"/>
            </p:nvSpPr>
            <p:spPr bwMode="auto">
              <a:xfrm>
                <a:off x="1135" y="796"/>
                <a:ext cx="119" cy="157"/>
              </a:xfrm>
              <a:custGeom>
                <a:avLst/>
                <a:gdLst>
                  <a:gd name="T0" fmla="*/ 0 w 80"/>
                  <a:gd name="T1" fmla="*/ 0 h 106"/>
                  <a:gd name="T2" fmla="*/ 47 w 80"/>
                  <a:gd name="T3" fmla="*/ 0 h 106"/>
                  <a:gd name="T4" fmla="*/ 80 w 80"/>
                  <a:gd name="T5" fmla="*/ 31 h 106"/>
                  <a:gd name="T6" fmla="*/ 47 w 80"/>
                  <a:gd name="T7" fmla="*/ 63 h 106"/>
                  <a:gd name="T8" fmla="*/ 14 w 80"/>
                  <a:gd name="T9" fmla="*/ 63 h 106"/>
                  <a:gd name="T10" fmla="*/ 14 w 80"/>
                  <a:gd name="T11" fmla="*/ 106 h 106"/>
                  <a:gd name="T12" fmla="*/ 0 w 80"/>
                  <a:gd name="T13" fmla="*/ 106 h 106"/>
                  <a:gd name="T14" fmla="*/ 0 w 80"/>
                  <a:gd name="T15" fmla="*/ 0 h 106"/>
                  <a:gd name="T16" fmla="*/ 14 w 80"/>
                  <a:gd name="T17" fmla="*/ 51 h 106"/>
                  <a:gd name="T18" fmla="*/ 42 w 80"/>
                  <a:gd name="T19" fmla="*/ 51 h 106"/>
                  <a:gd name="T20" fmla="*/ 65 w 80"/>
                  <a:gd name="T21" fmla="*/ 31 h 106"/>
                  <a:gd name="T22" fmla="*/ 42 w 80"/>
                  <a:gd name="T23" fmla="*/ 12 h 106"/>
                  <a:gd name="T24" fmla="*/ 14 w 80"/>
                  <a:gd name="T25" fmla="*/ 12 h 106"/>
                  <a:gd name="T26" fmla="*/ 14 w 80"/>
                  <a:gd name="T27" fmla="*/ 5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6">
                    <a:moveTo>
                      <a:pt x="0" y="0"/>
                    </a:moveTo>
                    <a:cubicBezTo>
                      <a:pt x="47" y="0"/>
                      <a:pt x="47" y="0"/>
                      <a:pt x="47" y="0"/>
                    </a:cubicBezTo>
                    <a:cubicBezTo>
                      <a:pt x="68" y="0"/>
                      <a:pt x="80" y="11"/>
                      <a:pt x="80" y="31"/>
                    </a:cubicBezTo>
                    <a:cubicBezTo>
                      <a:pt x="80" y="51"/>
                      <a:pt x="68" y="63"/>
                      <a:pt x="47" y="63"/>
                    </a:cubicBezTo>
                    <a:cubicBezTo>
                      <a:pt x="14" y="63"/>
                      <a:pt x="14" y="63"/>
                      <a:pt x="14" y="63"/>
                    </a:cubicBezTo>
                    <a:cubicBezTo>
                      <a:pt x="14" y="106"/>
                      <a:pt x="14" y="106"/>
                      <a:pt x="14" y="106"/>
                    </a:cubicBezTo>
                    <a:cubicBezTo>
                      <a:pt x="0" y="106"/>
                      <a:pt x="0" y="106"/>
                      <a:pt x="0" y="106"/>
                    </a:cubicBezTo>
                    <a:lnTo>
                      <a:pt x="0" y="0"/>
                    </a:lnTo>
                    <a:close/>
                    <a:moveTo>
                      <a:pt x="14" y="51"/>
                    </a:moveTo>
                    <a:cubicBezTo>
                      <a:pt x="42" y="51"/>
                      <a:pt x="42" y="51"/>
                      <a:pt x="42" y="51"/>
                    </a:cubicBezTo>
                    <a:cubicBezTo>
                      <a:pt x="58" y="51"/>
                      <a:pt x="65" y="44"/>
                      <a:pt x="65" y="31"/>
                    </a:cubicBezTo>
                    <a:cubicBezTo>
                      <a:pt x="65" y="18"/>
                      <a:pt x="58" y="12"/>
                      <a:pt x="42" y="12"/>
                    </a:cubicBezTo>
                    <a:cubicBezTo>
                      <a:pt x="14" y="12"/>
                      <a:pt x="14" y="12"/>
                      <a:pt x="14" y="12"/>
                    </a:cubicBezTo>
                    <a:lnTo>
                      <a:pt x="14" y="5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55"/>
              <p:cNvSpPr>
                <a:spLocks noEditPoints="1"/>
              </p:cNvSpPr>
              <p:nvPr userDrawn="1"/>
            </p:nvSpPr>
            <p:spPr bwMode="auto">
              <a:xfrm>
                <a:off x="1260" y="836"/>
                <a:ext cx="111" cy="120"/>
              </a:xfrm>
              <a:custGeom>
                <a:avLst/>
                <a:gdLst>
                  <a:gd name="T0" fmla="*/ 38 w 75"/>
                  <a:gd name="T1" fmla="*/ 0 h 81"/>
                  <a:gd name="T2" fmla="*/ 75 w 75"/>
                  <a:gd name="T3" fmla="*/ 41 h 81"/>
                  <a:gd name="T4" fmla="*/ 38 w 75"/>
                  <a:gd name="T5" fmla="*/ 81 h 81"/>
                  <a:gd name="T6" fmla="*/ 0 w 75"/>
                  <a:gd name="T7" fmla="*/ 41 h 81"/>
                  <a:gd name="T8" fmla="*/ 38 w 75"/>
                  <a:gd name="T9" fmla="*/ 0 h 81"/>
                  <a:gd name="T10" fmla="*/ 38 w 75"/>
                  <a:gd name="T11" fmla="*/ 70 h 81"/>
                  <a:gd name="T12" fmla="*/ 62 w 75"/>
                  <a:gd name="T13" fmla="*/ 41 h 81"/>
                  <a:gd name="T14" fmla="*/ 38 w 75"/>
                  <a:gd name="T15" fmla="*/ 11 h 81"/>
                  <a:gd name="T16" fmla="*/ 14 w 75"/>
                  <a:gd name="T17" fmla="*/ 41 h 81"/>
                  <a:gd name="T18" fmla="*/ 38 w 75"/>
                  <a:gd name="T19" fmla="*/ 7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 h="81">
                    <a:moveTo>
                      <a:pt x="38" y="0"/>
                    </a:moveTo>
                    <a:cubicBezTo>
                      <a:pt x="62" y="0"/>
                      <a:pt x="75" y="18"/>
                      <a:pt x="75" y="41"/>
                    </a:cubicBezTo>
                    <a:cubicBezTo>
                      <a:pt x="75" y="63"/>
                      <a:pt x="62" y="81"/>
                      <a:pt x="38" y="81"/>
                    </a:cubicBezTo>
                    <a:cubicBezTo>
                      <a:pt x="13" y="81"/>
                      <a:pt x="0" y="63"/>
                      <a:pt x="0" y="41"/>
                    </a:cubicBezTo>
                    <a:cubicBezTo>
                      <a:pt x="0" y="18"/>
                      <a:pt x="13" y="0"/>
                      <a:pt x="38" y="0"/>
                    </a:cubicBezTo>
                    <a:close/>
                    <a:moveTo>
                      <a:pt x="38" y="70"/>
                    </a:moveTo>
                    <a:cubicBezTo>
                      <a:pt x="51" y="70"/>
                      <a:pt x="62" y="59"/>
                      <a:pt x="62" y="41"/>
                    </a:cubicBezTo>
                    <a:cubicBezTo>
                      <a:pt x="62" y="22"/>
                      <a:pt x="51" y="11"/>
                      <a:pt x="38" y="11"/>
                    </a:cubicBezTo>
                    <a:cubicBezTo>
                      <a:pt x="24" y="11"/>
                      <a:pt x="14" y="22"/>
                      <a:pt x="14" y="41"/>
                    </a:cubicBezTo>
                    <a:cubicBezTo>
                      <a:pt x="14" y="59"/>
                      <a:pt x="24" y="70"/>
                      <a:pt x="38" y="7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56"/>
              <p:cNvSpPr>
                <a:spLocks noEditPoints="1"/>
              </p:cNvSpPr>
              <p:nvPr userDrawn="1"/>
            </p:nvSpPr>
            <p:spPr bwMode="auto">
              <a:xfrm>
                <a:off x="1390" y="796"/>
                <a:ext cx="18" cy="157"/>
              </a:xfrm>
              <a:custGeom>
                <a:avLst/>
                <a:gdLst>
                  <a:gd name="T0" fmla="*/ 18 w 18"/>
                  <a:gd name="T1" fmla="*/ 22 h 157"/>
                  <a:gd name="T2" fmla="*/ 0 w 18"/>
                  <a:gd name="T3" fmla="*/ 22 h 157"/>
                  <a:gd name="T4" fmla="*/ 0 w 18"/>
                  <a:gd name="T5" fmla="*/ 0 h 157"/>
                  <a:gd name="T6" fmla="*/ 18 w 18"/>
                  <a:gd name="T7" fmla="*/ 0 h 157"/>
                  <a:gd name="T8" fmla="*/ 18 w 18"/>
                  <a:gd name="T9" fmla="*/ 22 h 157"/>
                  <a:gd name="T10" fmla="*/ 0 w 18"/>
                  <a:gd name="T11" fmla="*/ 42 h 157"/>
                  <a:gd name="T12" fmla="*/ 18 w 18"/>
                  <a:gd name="T13" fmla="*/ 42 h 157"/>
                  <a:gd name="T14" fmla="*/ 18 w 18"/>
                  <a:gd name="T15" fmla="*/ 157 h 157"/>
                  <a:gd name="T16" fmla="*/ 0 w 18"/>
                  <a:gd name="T17" fmla="*/ 157 h 157"/>
                  <a:gd name="T18" fmla="*/ 0 w 18"/>
                  <a:gd name="T19" fmla="*/ 4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57">
                    <a:moveTo>
                      <a:pt x="18" y="22"/>
                    </a:moveTo>
                    <a:lnTo>
                      <a:pt x="0" y="22"/>
                    </a:lnTo>
                    <a:lnTo>
                      <a:pt x="0" y="0"/>
                    </a:lnTo>
                    <a:lnTo>
                      <a:pt x="18" y="0"/>
                    </a:lnTo>
                    <a:lnTo>
                      <a:pt x="18" y="22"/>
                    </a:lnTo>
                    <a:close/>
                    <a:moveTo>
                      <a:pt x="0" y="42"/>
                    </a:moveTo>
                    <a:lnTo>
                      <a:pt x="18" y="42"/>
                    </a:lnTo>
                    <a:lnTo>
                      <a:pt x="18" y="157"/>
                    </a:lnTo>
                    <a:lnTo>
                      <a:pt x="0" y="157"/>
                    </a:lnTo>
                    <a:lnTo>
                      <a:pt x="0" y="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57"/>
              <p:cNvSpPr>
                <a:spLocks/>
              </p:cNvSpPr>
              <p:nvPr userDrawn="1"/>
            </p:nvSpPr>
            <p:spPr bwMode="auto">
              <a:xfrm>
                <a:off x="1432" y="836"/>
                <a:ext cx="95" cy="117"/>
              </a:xfrm>
              <a:custGeom>
                <a:avLst/>
                <a:gdLst>
                  <a:gd name="T0" fmla="*/ 0 w 64"/>
                  <a:gd name="T1" fmla="*/ 2 h 79"/>
                  <a:gd name="T2" fmla="*/ 12 w 64"/>
                  <a:gd name="T3" fmla="*/ 2 h 79"/>
                  <a:gd name="T4" fmla="*/ 12 w 64"/>
                  <a:gd name="T5" fmla="*/ 14 h 79"/>
                  <a:gd name="T6" fmla="*/ 13 w 64"/>
                  <a:gd name="T7" fmla="*/ 14 h 79"/>
                  <a:gd name="T8" fmla="*/ 38 w 64"/>
                  <a:gd name="T9" fmla="*/ 0 h 79"/>
                  <a:gd name="T10" fmla="*/ 64 w 64"/>
                  <a:gd name="T11" fmla="*/ 29 h 79"/>
                  <a:gd name="T12" fmla="*/ 64 w 64"/>
                  <a:gd name="T13" fmla="*/ 79 h 79"/>
                  <a:gd name="T14" fmla="*/ 52 w 64"/>
                  <a:gd name="T15" fmla="*/ 79 h 79"/>
                  <a:gd name="T16" fmla="*/ 52 w 64"/>
                  <a:gd name="T17" fmla="*/ 27 h 79"/>
                  <a:gd name="T18" fmla="*/ 36 w 64"/>
                  <a:gd name="T19" fmla="*/ 11 h 79"/>
                  <a:gd name="T20" fmla="*/ 13 w 64"/>
                  <a:gd name="T21" fmla="*/ 36 h 79"/>
                  <a:gd name="T22" fmla="*/ 13 w 64"/>
                  <a:gd name="T23" fmla="*/ 79 h 79"/>
                  <a:gd name="T24" fmla="*/ 0 w 64"/>
                  <a:gd name="T25" fmla="*/ 79 h 79"/>
                  <a:gd name="T26" fmla="*/ 0 w 64"/>
                  <a:gd name="T27" fmla="*/ 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79">
                    <a:moveTo>
                      <a:pt x="0" y="2"/>
                    </a:moveTo>
                    <a:cubicBezTo>
                      <a:pt x="12" y="2"/>
                      <a:pt x="12" y="2"/>
                      <a:pt x="12" y="2"/>
                    </a:cubicBezTo>
                    <a:cubicBezTo>
                      <a:pt x="12" y="14"/>
                      <a:pt x="12" y="14"/>
                      <a:pt x="12" y="14"/>
                    </a:cubicBezTo>
                    <a:cubicBezTo>
                      <a:pt x="13" y="14"/>
                      <a:pt x="13" y="14"/>
                      <a:pt x="13" y="14"/>
                    </a:cubicBezTo>
                    <a:cubicBezTo>
                      <a:pt x="18" y="5"/>
                      <a:pt x="27" y="0"/>
                      <a:pt x="38" y="0"/>
                    </a:cubicBezTo>
                    <a:cubicBezTo>
                      <a:pt x="58" y="0"/>
                      <a:pt x="64" y="12"/>
                      <a:pt x="64" y="29"/>
                    </a:cubicBezTo>
                    <a:cubicBezTo>
                      <a:pt x="64" y="79"/>
                      <a:pt x="64" y="79"/>
                      <a:pt x="64" y="79"/>
                    </a:cubicBezTo>
                    <a:cubicBezTo>
                      <a:pt x="52" y="79"/>
                      <a:pt x="52" y="79"/>
                      <a:pt x="52" y="79"/>
                    </a:cubicBezTo>
                    <a:cubicBezTo>
                      <a:pt x="52" y="27"/>
                      <a:pt x="52" y="27"/>
                      <a:pt x="52" y="27"/>
                    </a:cubicBezTo>
                    <a:cubicBezTo>
                      <a:pt x="52" y="18"/>
                      <a:pt x="46" y="11"/>
                      <a:pt x="36" y="11"/>
                    </a:cubicBezTo>
                    <a:cubicBezTo>
                      <a:pt x="20" y="11"/>
                      <a:pt x="13" y="22"/>
                      <a:pt x="13" y="36"/>
                    </a:cubicBezTo>
                    <a:cubicBezTo>
                      <a:pt x="13" y="79"/>
                      <a:pt x="13" y="79"/>
                      <a:pt x="13" y="79"/>
                    </a:cubicBezTo>
                    <a:cubicBezTo>
                      <a:pt x="0" y="79"/>
                      <a:pt x="0" y="79"/>
                      <a:pt x="0" y="79"/>
                    </a:cubicBezTo>
                    <a:lnTo>
                      <a:pt x="0" y="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8"/>
              <p:cNvSpPr>
                <a:spLocks/>
              </p:cNvSpPr>
              <p:nvPr userDrawn="1"/>
            </p:nvSpPr>
            <p:spPr bwMode="auto">
              <a:xfrm>
                <a:off x="1537" y="804"/>
                <a:ext cx="62" cy="149"/>
              </a:xfrm>
              <a:custGeom>
                <a:avLst/>
                <a:gdLst>
                  <a:gd name="T0" fmla="*/ 26 w 42"/>
                  <a:gd name="T1" fmla="*/ 23 h 100"/>
                  <a:gd name="T2" fmla="*/ 42 w 42"/>
                  <a:gd name="T3" fmla="*/ 23 h 100"/>
                  <a:gd name="T4" fmla="*/ 42 w 42"/>
                  <a:gd name="T5" fmla="*/ 34 h 100"/>
                  <a:gd name="T6" fmla="*/ 26 w 42"/>
                  <a:gd name="T7" fmla="*/ 34 h 100"/>
                  <a:gd name="T8" fmla="*/ 26 w 42"/>
                  <a:gd name="T9" fmla="*/ 82 h 100"/>
                  <a:gd name="T10" fmla="*/ 36 w 42"/>
                  <a:gd name="T11" fmla="*/ 89 h 100"/>
                  <a:gd name="T12" fmla="*/ 42 w 42"/>
                  <a:gd name="T13" fmla="*/ 89 h 100"/>
                  <a:gd name="T14" fmla="*/ 42 w 42"/>
                  <a:gd name="T15" fmla="*/ 100 h 100"/>
                  <a:gd name="T16" fmla="*/ 32 w 42"/>
                  <a:gd name="T17" fmla="*/ 100 h 100"/>
                  <a:gd name="T18" fmla="*/ 14 w 42"/>
                  <a:gd name="T19" fmla="*/ 83 h 100"/>
                  <a:gd name="T20" fmla="*/ 14 w 42"/>
                  <a:gd name="T21" fmla="*/ 34 h 100"/>
                  <a:gd name="T22" fmla="*/ 0 w 42"/>
                  <a:gd name="T23" fmla="*/ 34 h 100"/>
                  <a:gd name="T24" fmla="*/ 0 w 42"/>
                  <a:gd name="T25" fmla="*/ 23 h 100"/>
                  <a:gd name="T26" fmla="*/ 14 w 42"/>
                  <a:gd name="T27" fmla="*/ 23 h 100"/>
                  <a:gd name="T28" fmla="*/ 14 w 42"/>
                  <a:gd name="T29" fmla="*/ 0 h 100"/>
                  <a:gd name="T30" fmla="*/ 26 w 42"/>
                  <a:gd name="T31" fmla="*/ 0 h 100"/>
                  <a:gd name="T32" fmla="*/ 26 w 42"/>
                  <a:gd name="T33" fmla="*/ 23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100">
                    <a:moveTo>
                      <a:pt x="26" y="23"/>
                    </a:moveTo>
                    <a:cubicBezTo>
                      <a:pt x="42" y="23"/>
                      <a:pt x="42" y="23"/>
                      <a:pt x="42" y="23"/>
                    </a:cubicBezTo>
                    <a:cubicBezTo>
                      <a:pt x="42" y="34"/>
                      <a:pt x="42" y="34"/>
                      <a:pt x="42" y="34"/>
                    </a:cubicBezTo>
                    <a:cubicBezTo>
                      <a:pt x="26" y="34"/>
                      <a:pt x="26" y="34"/>
                      <a:pt x="26" y="34"/>
                    </a:cubicBezTo>
                    <a:cubicBezTo>
                      <a:pt x="26" y="82"/>
                      <a:pt x="26" y="82"/>
                      <a:pt x="26" y="82"/>
                    </a:cubicBezTo>
                    <a:cubicBezTo>
                      <a:pt x="26" y="88"/>
                      <a:pt x="28" y="89"/>
                      <a:pt x="36" y="89"/>
                    </a:cubicBezTo>
                    <a:cubicBezTo>
                      <a:pt x="42" y="89"/>
                      <a:pt x="42" y="89"/>
                      <a:pt x="42" y="89"/>
                    </a:cubicBezTo>
                    <a:cubicBezTo>
                      <a:pt x="42" y="100"/>
                      <a:pt x="42" y="100"/>
                      <a:pt x="42" y="100"/>
                    </a:cubicBezTo>
                    <a:cubicBezTo>
                      <a:pt x="32" y="100"/>
                      <a:pt x="32" y="100"/>
                      <a:pt x="32" y="100"/>
                    </a:cubicBezTo>
                    <a:cubicBezTo>
                      <a:pt x="19" y="100"/>
                      <a:pt x="14" y="98"/>
                      <a:pt x="14" y="83"/>
                    </a:cubicBezTo>
                    <a:cubicBezTo>
                      <a:pt x="14" y="34"/>
                      <a:pt x="14" y="34"/>
                      <a:pt x="14" y="34"/>
                    </a:cubicBezTo>
                    <a:cubicBezTo>
                      <a:pt x="0" y="34"/>
                      <a:pt x="0" y="34"/>
                      <a:pt x="0" y="34"/>
                    </a:cubicBezTo>
                    <a:cubicBezTo>
                      <a:pt x="0" y="23"/>
                      <a:pt x="0" y="23"/>
                      <a:pt x="0" y="23"/>
                    </a:cubicBezTo>
                    <a:cubicBezTo>
                      <a:pt x="14" y="23"/>
                      <a:pt x="14" y="23"/>
                      <a:pt x="14" y="23"/>
                    </a:cubicBezTo>
                    <a:cubicBezTo>
                      <a:pt x="14" y="0"/>
                      <a:pt x="14" y="0"/>
                      <a:pt x="14" y="0"/>
                    </a:cubicBezTo>
                    <a:cubicBezTo>
                      <a:pt x="26" y="0"/>
                      <a:pt x="26" y="0"/>
                      <a:pt x="26" y="0"/>
                    </a:cubicBezTo>
                    <a:lnTo>
                      <a:pt x="26" y="2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9"/>
              <p:cNvSpPr>
                <a:spLocks/>
              </p:cNvSpPr>
              <p:nvPr userDrawn="1"/>
            </p:nvSpPr>
            <p:spPr bwMode="auto">
              <a:xfrm>
                <a:off x="470" y="991"/>
                <a:ext cx="40" cy="52"/>
              </a:xfrm>
              <a:custGeom>
                <a:avLst/>
                <a:gdLst>
                  <a:gd name="T0" fmla="*/ 21 w 27"/>
                  <a:gd name="T1" fmla="*/ 11 h 35"/>
                  <a:gd name="T2" fmla="*/ 13 w 27"/>
                  <a:gd name="T3" fmla="*/ 4 h 35"/>
                  <a:gd name="T4" fmla="*/ 5 w 27"/>
                  <a:gd name="T5" fmla="*/ 10 h 35"/>
                  <a:gd name="T6" fmla="*/ 16 w 27"/>
                  <a:gd name="T7" fmla="*/ 16 h 35"/>
                  <a:gd name="T8" fmla="*/ 27 w 27"/>
                  <a:gd name="T9" fmla="*/ 25 h 35"/>
                  <a:gd name="T10" fmla="*/ 13 w 27"/>
                  <a:gd name="T11" fmla="*/ 35 h 35"/>
                  <a:gd name="T12" fmla="*/ 0 w 27"/>
                  <a:gd name="T13" fmla="*/ 23 h 35"/>
                  <a:gd name="T14" fmla="*/ 4 w 27"/>
                  <a:gd name="T15" fmla="*/ 23 h 35"/>
                  <a:gd name="T16" fmla="*/ 14 w 27"/>
                  <a:gd name="T17" fmla="*/ 32 h 35"/>
                  <a:gd name="T18" fmla="*/ 22 w 27"/>
                  <a:gd name="T19" fmla="*/ 25 h 35"/>
                  <a:gd name="T20" fmla="*/ 11 w 27"/>
                  <a:gd name="T21" fmla="*/ 19 h 35"/>
                  <a:gd name="T22" fmla="*/ 1 w 27"/>
                  <a:gd name="T23" fmla="*/ 10 h 35"/>
                  <a:gd name="T24" fmla="*/ 13 w 27"/>
                  <a:gd name="T25" fmla="*/ 0 h 35"/>
                  <a:gd name="T26" fmla="*/ 25 w 27"/>
                  <a:gd name="T27" fmla="*/ 11 h 35"/>
                  <a:gd name="T28" fmla="*/ 21 w 27"/>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35">
                    <a:moveTo>
                      <a:pt x="21" y="11"/>
                    </a:moveTo>
                    <a:cubicBezTo>
                      <a:pt x="20" y="6"/>
                      <a:pt x="17" y="4"/>
                      <a:pt x="13" y="4"/>
                    </a:cubicBezTo>
                    <a:cubicBezTo>
                      <a:pt x="9" y="4"/>
                      <a:pt x="5" y="5"/>
                      <a:pt x="5" y="10"/>
                    </a:cubicBezTo>
                    <a:cubicBezTo>
                      <a:pt x="5" y="14"/>
                      <a:pt x="10" y="14"/>
                      <a:pt x="16" y="16"/>
                    </a:cubicBezTo>
                    <a:cubicBezTo>
                      <a:pt x="21" y="17"/>
                      <a:pt x="27" y="19"/>
                      <a:pt x="27" y="25"/>
                    </a:cubicBezTo>
                    <a:cubicBezTo>
                      <a:pt x="27" y="32"/>
                      <a:pt x="20" y="35"/>
                      <a:pt x="13" y="35"/>
                    </a:cubicBezTo>
                    <a:cubicBezTo>
                      <a:pt x="6" y="35"/>
                      <a:pt x="0" y="32"/>
                      <a:pt x="0" y="23"/>
                    </a:cubicBezTo>
                    <a:cubicBezTo>
                      <a:pt x="4" y="23"/>
                      <a:pt x="4" y="23"/>
                      <a:pt x="4" y="23"/>
                    </a:cubicBezTo>
                    <a:cubicBezTo>
                      <a:pt x="4" y="29"/>
                      <a:pt x="9" y="32"/>
                      <a:pt x="14" y="32"/>
                    </a:cubicBezTo>
                    <a:cubicBezTo>
                      <a:pt x="18" y="32"/>
                      <a:pt x="22" y="30"/>
                      <a:pt x="22" y="25"/>
                    </a:cubicBezTo>
                    <a:cubicBezTo>
                      <a:pt x="22" y="21"/>
                      <a:pt x="17" y="20"/>
                      <a:pt x="11" y="19"/>
                    </a:cubicBezTo>
                    <a:cubicBezTo>
                      <a:pt x="6" y="18"/>
                      <a:pt x="1" y="16"/>
                      <a:pt x="1" y="10"/>
                    </a:cubicBezTo>
                    <a:cubicBezTo>
                      <a:pt x="1" y="3"/>
                      <a:pt x="7" y="0"/>
                      <a:pt x="13" y="0"/>
                    </a:cubicBezTo>
                    <a:cubicBezTo>
                      <a:pt x="20" y="0"/>
                      <a:pt x="25" y="3"/>
                      <a:pt x="25" y="11"/>
                    </a:cubicBezTo>
                    <a:lnTo>
                      <a:pt x="21" y="1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60"/>
              <p:cNvSpPr>
                <a:spLocks noEditPoints="1"/>
              </p:cNvSpPr>
              <p:nvPr userDrawn="1"/>
            </p:nvSpPr>
            <p:spPr bwMode="auto">
              <a:xfrm>
                <a:off x="517" y="991"/>
                <a:ext cx="47" cy="52"/>
              </a:xfrm>
              <a:custGeom>
                <a:avLst/>
                <a:gdLst>
                  <a:gd name="T0" fmla="*/ 16 w 32"/>
                  <a:gd name="T1" fmla="*/ 0 h 35"/>
                  <a:gd name="T2" fmla="*/ 32 w 32"/>
                  <a:gd name="T3" fmla="*/ 18 h 35"/>
                  <a:gd name="T4" fmla="*/ 16 w 32"/>
                  <a:gd name="T5" fmla="*/ 35 h 35"/>
                  <a:gd name="T6" fmla="*/ 0 w 32"/>
                  <a:gd name="T7" fmla="*/ 18 h 35"/>
                  <a:gd name="T8" fmla="*/ 16 w 32"/>
                  <a:gd name="T9" fmla="*/ 0 h 35"/>
                  <a:gd name="T10" fmla="*/ 16 w 32"/>
                  <a:gd name="T11" fmla="*/ 32 h 35"/>
                  <a:gd name="T12" fmla="*/ 28 w 32"/>
                  <a:gd name="T13" fmla="*/ 18 h 35"/>
                  <a:gd name="T14" fmla="*/ 16 w 32"/>
                  <a:gd name="T15" fmla="*/ 4 h 35"/>
                  <a:gd name="T16" fmla="*/ 4 w 32"/>
                  <a:gd name="T17" fmla="*/ 18 h 35"/>
                  <a:gd name="T18" fmla="*/ 16 w 32"/>
                  <a:gd name="T19"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5">
                    <a:moveTo>
                      <a:pt x="16" y="0"/>
                    </a:moveTo>
                    <a:cubicBezTo>
                      <a:pt x="27" y="0"/>
                      <a:pt x="32" y="8"/>
                      <a:pt x="32" y="18"/>
                    </a:cubicBezTo>
                    <a:cubicBezTo>
                      <a:pt x="32" y="27"/>
                      <a:pt x="27" y="35"/>
                      <a:pt x="16" y="35"/>
                    </a:cubicBezTo>
                    <a:cubicBezTo>
                      <a:pt x="5" y="35"/>
                      <a:pt x="0" y="27"/>
                      <a:pt x="0" y="18"/>
                    </a:cubicBezTo>
                    <a:cubicBezTo>
                      <a:pt x="0" y="8"/>
                      <a:pt x="5" y="0"/>
                      <a:pt x="16" y="0"/>
                    </a:cubicBezTo>
                    <a:close/>
                    <a:moveTo>
                      <a:pt x="16" y="32"/>
                    </a:moveTo>
                    <a:cubicBezTo>
                      <a:pt x="24" y="32"/>
                      <a:pt x="28" y="24"/>
                      <a:pt x="28" y="18"/>
                    </a:cubicBezTo>
                    <a:cubicBezTo>
                      <a:pt x="28" y="11"/>
                      <a:pt x="24" y="4"/>
                      <a:pt x="16" y="4"/>
                    </a:cubicBezTo>
                    <a:cubicBezTo>
                      <a:pt x="8" y="4"/>
                      <a:pt x="4" y="11"/>
                      <a:pt x="4" y="18"/>
                    </a:cubicBezTo>
                    <a:cubicBezTo>
                      <a:pt x="4" y="24"/>
                      <a:pt x="8" y="32"/>
                      <a:pt x="16" y="3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61"/>
              <p:cNvSpPr>
                <a:spLocks/>
              </p:cNvSpPr>
              <p:nvPr userDrawn="1"/>
            </p:nvSpPr>
            <p:spPr bwMode="auto">
              <a:xfrm>
                <a:off x="575" y="993"/>
                <a:ext cx="32" cy="50"/>
              </a:xfrm>
              <a:custGeom>
                <a:avLst/>
                <a:gdLst>
                  <a:gd name="T0" fmla="*/ 0 w 32"/>
                  <a:gd name="T1" fmla="*/ 0 h 50"/>
                  <a:gd name="T2" fmla="*/ 32 w 32"/>
                  <a:gd name="T3" fmla="*/ 0 h 50"/>
                  <a:gd name="T4" fmla="*/ 32 w 32"/>
                  <a:gd name="T5" fmla="*/ 5 h 50"/>
                  <a:gd name="T6" fmla="*/ 7 w 32"/>
                  <a:gd name="T7" fmla="*/ 5 h 50"/>
                  <a:gd name="T8" fmla="*/ 7 w 32"/>
                  <a:gd name="T9" fmla="*/ 20 h 50"/>
                  <a:gd name="T10" fmla="*/ 29 w 32"/>
                  <a:gd name="T11" fmla="*/ 20 h 50"/>
                  <a:gd name="T12" fmla="*/ 29 w 32"/>
                  <a:gd name="T13" fmla="*/ 26 h 50"/>
                  <a:gd name="T14" fmla="*/ 7 w 32"/>
                  <a:gd name="T15" fmla="*/ 26 h 50"/>
                  <a:gd name="T16" fmla="*/ 7 w 32"/>
                  <a:gd name="T17" fmla="*/ 50 h 50"/>
                  <a:gd name="T18" fmla="*/ 0 w 32"/>
                  <a:gd name="T19" fmla="*/ 50 h 50"/>
                  <a:gd name="T20" fmla="*/ 0 w 32"/>
                  <a:gd name="T2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50">
                    <a:moveTo>
                      <a:pt x="0" y="0"/>
                    </a:moveTo>
                    <a:lnTo>
                      <a:pt x="32" y="0"/>
                    </a:lnTo>
                    <a:lnTo>
                      <a:pt x="32" y="5"/>
                    </a:lnTo>
                    <a:lnTo>
                      <a:pt x="7" y="5"/>
                    </a:lnTo>
                    <a:lnTo>
                      <a:pt x="7" y="20"/>
                    </a:lnTo>
                    <a:lnTo>
                      <a:pt x="29" y="20"/>
                    </a:lnTo>
                    <a:lnTo>
                      <a:pt x="29" y="26"/>
                    </a:lnTo>
                    <a:lnTo>
                      <a:pt x="7" y="26"/>
                    </a:lnTo>
                    <a:lnTo>
                      <a:pt x="7" y="50"/>
                    </a:lnTo>
                    <a:lnTo>
                      <a:pt x="0" y="5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62"/>
              <p:cNvSpPr>
                <a:spLocks/>
              </p:cNvSpPr>
              <p:nvPr userDrawn="1"/>
            </p:nvSpPr>
            <p:spPr bwMode="auto">
              <a:xfrm>
                <a:off x="613" y="993"/>
                <a:ext cx="40" cy="50"/>
              </a:xfrm>
              <a:custGeom>
                <a:avLst/>
                <a:gdLst>
                  <a:gd name="T0" fmla="*/ 17 w 40"/>
                  <a:gd name="T1" fmla="*/ 5 h 50"/>
                  <a:gd name="T2" fmla="*/ 0 w 40"/>
                  <a:gd name="T3" fmla="*/ 5 h 50"/>
                  <a:gd name="T4" fmla="*/ 0 w 40"/>
                  <a:gd name="T5" fmla="*/ 0 h 50"/>
                  <a:gd name="T6" fmla="*/ 40 w 40"/>
                  <a:gd name="T7" fmla="*/ 0 h 50"/>
                  <a:gd name="T8" fmla="*/ 40 w 40"/>
                  <a:gd name="T9" fmla="*/ 5 h 50"/>
                  <a:gd name="T10" fmla="*/ 24 w 40"/>
                  <a:gd name="T11" fmla="*/ 5 h 50"/>
                  <a:gd name="T12" fmla="*/ 24 w 40"/>
                  <a:gd name="T13" fmla="*/ 50 h 50"/>
                  <a:gd name="T14" fmla="*/ 17 w 40"/>
                  <a:gd name="T15" fmla="*/ 50 h 50"/>
                  <a:gd name="T16" fmla="*/ 17 w 40"/>
                  <a:gd name="T17" fmla="*/ 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50">
                    <a:moveTo>
                      <a:pt x="17" y="5"/>
                    </a:moveTo>
                    <a:lnTo>
                      <a:pt x="0" y="5"/>
                    </a:lnTo>
                    <a:lnTo>
                      <a:pt x="0" y="0"/>
                    </a:lnTo>
                    <a:lnTo>
                      <a:pt x="40" y="0"/>
                    </a:lnTo>
                    <a:lnTo>
                      <a:pt x="40" y="5"/>
                    </a:lnTo>
                    <a:lnTo>
                      <a:pt x="24" y="5"/>
                    </a:lnTo>
                    <a:lnTo>
                      <a:pt x="24" y="50"/>
                    </a:lnTo>
                    <a:lnTo>
                      <a:pt x="17" y="50"/>
                    </a:lnTo>
                    <a:lnTo>
                      <a:pt x="17" y="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63"/>
              <p:cNvSpPr>
                <a:spLocks/>
              </p:cNvSpPr>
              <p:nvPr userDrawn="1"/>
            </p:nvSpPr>
            <p:spPr bwMode="auto">
              <a:xfrm>
                <a:off x="659" y="993"/>
                <a:ext cx="63" cy="50"/>
              </a:xfrm>
              <a:custGeom>
                <a:avLst/>
                <a:gdLst>
                  <a:gd name="T0" fmla="*/ 49 w 63"/>
                  <a:gd name="T1" fmla="*/ 50 h 50"/>
                  <a:gd name="T2" fmla="*/ 43 w 63"/>
                  <a:gd name="T3" fmla="*/ 50 h 50"/>
                  <a:gd name="T4" fmla="*/ 31 w 63"/>
                  <a:gd name="T5" fmla="*/ 7 h 50"/>
                  <a:gd name="T6" fmla="*/ 31 w 63"/>
                  <a:gd name="T7" fmla="*/ 7 h 50"/>
                  <a:gd name="T8" fmla="*/ 20 w 63"/>
                  <a:gd name="T9" fmla="*/ 50 h 50"/>
                  <a:gd name="T10" fmla="*/ 12 w 63"/>
                  <a:gd name="T11" fmla="*/ 50 h 50"/>
                  <a:gd name="T12" fmla="*/ 0 w 63"/>
                  <a:gd name="T13" fmla="*/ 0 h 50"/>
                  <a:gd name="T14" fmla="*/ 6 w 63"/>
                  <a:gd name="T15" fmla="*/ 0 h 50"/>
                  <a:gd name="T16" fmla="*/ 17 w 63"/>
                  <a:gd name="T17" fmla="*/ 41 h 50"/>
                  <a:gd name="T18" fmla="*/ 17 w 63"/>
                  <a:gd name="T19" fmla="*/ 41 h 50"/>
                  <a:gd name="T20" fmla="*/ 28 w 63"/>
                  <a:gd name="T21" fmla="*/ 0 h 50"/>
                  <a:gd name="T22" fmla="*/ 36 w 63"/>
                  <a:gd name="T23" fmla="*/ 0 h 50"/>
                  <a:gd name="T24" fmla="*/ 46 w 63"/>
                  <a:gd name="T25" fmla="*/ 41 h 50"/>
                  <a:gd name="T26" fmla="*/ 46 w 63"/>
                  <a:gd name="T27" fmla="*/ 41 h 50"/>
                  <a:gd name="T28" fmla="*/ 57 w 63"/>
                  <a:gd name="T29" fmla="*/ 0 h 50"/>
                  <a:gd name="T30" fmla="*/ 63 w 63"/>
                  <a:gd name="T31" fmla="*/ 0 h 50"/>
                  <a:gd name="T32" fmla="*/ 49 w 63"/>
                  <a:gd name="T33"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 h="50">
                    <a:moveTo>
                      <a:pt x="49" y="50"/>
                    </a:moveTo>
                    <a:lnTo>
                      <a:pt x="43" y="50"/>
                    </a:lnTo>
                    <a:lnTo>
                      <a:pt x="31" y="7"/>
                    </a:lnTo>
                    <a:lnTo>
                      <a:pt x="31" y="7"/>
                    </a:lnTo>
                    <a:lnTo>
                      <a:pt x="20" y="50"/>
                    </a:lnTo>
                    <a:lnTo>
                      <a:pt x="12" y="50"/>
                    </a:lnTo>
                    <a:lnTo>
                      <a:pt x="0" y="0"/>
                    </a:lnTo>
                    <a:lnTo>
                      <a:pt x="6" y="0"/>
                    </a:lnTo>
                    <a:lnTo>
                      <a:pt x="17" y="41"/>
                    </a:lnTo>
                    <a:lnTo>
                      <a:pt x="17" y="41"/>
                    </a:lnTo>
                    <a:lnTo>
                      <a:pt x="28" y="0"/>
                    </a:lnTo>
                    <a:lnTo>
                      <a:pt x="36" y="0"/>
                    </a:lnTo>
                    <a:lnTo>
                      <a:pt x="46" y="41"/>
                    </a:lnTo>
                    <a:lnTo>
                      <a:pt x="46" y="41"/>
                    </a:lnTo>
                    <a:lnTo>
                      <a:pt x="57" y="0"/>
                    </a:lnTo>
                    <a:lnTo>
                      <a:pt x="63" y="0"/>
                    </a:lnTo>
                    <a:lnTo>
                      <a:pt x="49" y="5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64"/>
              <p:cNvSpPr>
                <a:spLocks noEditPoints="1"/>
              </p:cNvSpPr>
              <p:nvPr userDrawn="1"/>
            </p:nvSpPr>
            <p:spPr bwMode="auto">
              <a:xfrm>
                <a:off x="722" y="993"/>
                <a:ext cx="45" cy="50"/>
              </a:xfrm>
              <a:custGeom>
                <a:avLst/>
                <a:gdLst>
                  <a:gd name="T0" fmla="*/ 19 w 45"/>
                  <a:gd name="T1" fmla="*/ 0 h 50"/>
                  <a:gd name="T2" fmla="*/ 26 w 45"/>
                  <a:gd name="T3" fmla="*/ 0 h 50"/>
                  <a:gd name="T4" fmla="*/ 45 w 45"/>
                  <a:gd name="T5" fmla="*/ 50 h 50"/>
                  <a:gd name="T6" fmla="*/ 38 w 45"/>
                  <a:gd name="T7" fmla="*/ 50 h 50"/>
                  <a:gd name="T8" fmla="*/ 32 w 45"/>
                  <a:gd name="T9" fmla="*/ 34 h 50"/>
                  <a:gd name="T10" fmla="*/ 11 w 45"/>
                  <a:gd name="T11" fmla="*/ 34 h 50"/>
                  <a:gd name="T12" fmla="*/ 5 w 45"/>
                  <a:gd name="T13" fmla="*/ 50 h 50"/>
                  <a:gd name="T14" fmla="*/ 0 w 45"/>
                  <a:gd name="T15" fmla="*/ 50 h 50"/>
                  <a:gd name="T16" fmla="*/ 19 w 45"/>
                  <a:gd name="T17" fmla="*/ 0 h 50"/>
                  <a:gd name="T18" fmla="*/ 13 w 45"/>
                  <a:gd name="T19" fmla="*/ 29 h 50"/>
                  <a:gd name="T20" fmla="*/ 31 w 45"/>
                  <a:gd name="T21" fmla="*/ 29 h 50"/>
                  <a:gd name="T22" fmla="*/ 22 w 45"/>
                  <a:gd name="T23" fmla="*/ 5 h 50"/>
                  <a:gd name="T24" fmla="*/ 22 w 45"/>
                  <a:gd name="T25" fmla="*/ 5 h 50"/>
                  <a:gd name="T26" fmla="*/ 13 w 45"/>
                  <a:gd name="T27"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 h="50">
                    <a:moveTo>
                      <a:pt x="19" y="0"/>
                    </a:moveTo>
                    <a:lnTo>
                      <a:pt x="26" y="0"/>
                    </a:lnTo>
                    <a:lnTo>
                      <a:pt x="45" y="50"/>
                    </a:lnTo>
                    <a:lnTo>
                      <a:pt x="38" y="50"/>
                    </a:lnTo>
                    <a:lnTo>
                      <a:pt x="32" y="34"/>
                    </a:lnTo>
                    <a:lnTo>
                      <a:pt x="11" y="34"/>
                    </a:lnTo>
                    <a:lnTo>
                      <a:pt x="5" y="50"/>
                    </a:lnTo>
                    <a:lnTo>
                      <a:pt x="0" y="50"/>
                    </a:lnTo>
                    <a:lnTo>
                      <a:pt x="19" y="0"/>
                    </a:lnTo>
                    <a:close/>
                    <a:moveTo>
                      <a:pt x="13" y="29"/>
                    </a:moveTo>
                    <a:lnTo>
                      <a:pt x="31" y="29"/>
                    </a:lnTo>
                    <a:lnTo>
                      <a:pt x="22" y="5"/>
                    </a:lnTo>
                    <a:lnTo>
                      <a:pt x="22" y="5"/>
                    </a:lnTo>
                    <a:lnTo>
                      <a:pt x="13" y="2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65"/>
              <p:cNvSpPr>
                <a:spLocks noEditPoints="1"/>
              </p:cNvSpPr>
              <p:nvPr userDrawn="1"/>
            </p:nvSpPr>
            <p:spPr bwMode="auto">
              <a:xfrm>
                <a:off x="775" y="993"/>
                <a:ext cx="40" cy="50"/>
              </a:xfrm>
              <a:custGeom>
                <a:avLst/>
                <a:gdLst>
                  <a:gd name="T0" fmla="*/ 0 w 27"/>
                  <a:gd name="T1" fmla="*/ 0 h 34"/>
                  <a:gd name="T2" fmla="*/ 16 w 27"/>
                  <a:gd name="T3" fmla="*/ 0 h 34"/>
                  <a:gd name="T4" fmla="*/ 26 w 27"/>
                  <a:gd name="T5" fmla="*/ 9 h 34"/>
                  <a:gd name="T6" fmla="*/ 20 w 27"/>
                  <a:gd name="T7" fmla="*/ 17 h 34"/>
                  <a:gd name="T8" fmla="*/ 20 w 27"/>
                  <a:gd name="T9" fmla="*/ 17 h 34"/>
                  <a:gd name="T10" fmla="*/ 25 w 27"/>
                  <a:gd name="T11" fmla="*/ 24 h 34"/>
                  <a:gd name="T12" fmla="*/ 27 w 27"/>
                  <a:gd name="T13" fmla="*/ 34 h 34"/>
                  <a:gd name="T14" fmla="*/ 22 w 27"/>
                  <a:gd name="T15" fmla="*/ 34 h 34"/>
                  <a:gd name="T16" fmla="*/ 21 w 27"/>
                  <a:gd name="T17" fmla="*/ 25 h 34"/>
                  <a:gd name="T18" fmla="*/ 16 w 27"/>
                  <a:gd name="T19" fmla="*/ 19 h 34"/>
                  <a:gd name="T20" fmla="*/ 5 w 27"/>
                  <a:gd name="T21" fmla="*/ 19 h 34"/>
                  <a:gd name="T22" fmla="*/ 5 w 27"/>
                  <a:gd name="T23" fmla="*/ 34 h 34"/>
                  <a:gd name="T24" fmla="*/ 0 w 27"/>
                  <a:gd name="T25" fmla="*/ 34 h 34"/>
                  <a:gd name="T26" fmla="*/ 0 w 27"/>
                  <a:gd name="T27" fmla="*/ 0 h 34"/>
                  <a:gd name="T28" fmla="*/ 14 w 27"/>
                  <a:gd name="T29" fmla="*/ 15 h 34"/>
                  <a:gd name="T30" fmla="*/ 22 w 27"/>
                  <a:gd name="T31" fmla="*/ 9 h 34"/>
                  <a:gd name="T32" fmla="*/ 16 w 27"/>
                  <a:gd name="T33" fmla="*/ 4 h 34"/>
                  <a:gd name="T34" fmla="*/ 5 w 27"/>
                  <a:gd name="T35" fmla="*/ 4 h 34"/>
                  <a:gd name="T36" fmla="*/ 5 w 27"/>
                  <a:gd name="T37" fmla="*/ 15 h 34"/>
                  <a:gd name="T38" fmla="*/ 14 w 27"/>
                  <a:gd name="T39"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34">
                    <a:moveTo>
                      <a:pt x="0" y="0"/>
                    </a:moveTo>
                    <a:cubicBezTo>
                      <a:pt x="16" y="0"/>
                      <a:pt x="16" y="0"/>
                      <a:pt x="16" y="0"/>
                    </a:cubicBezTo>
                    <a:cubicBezTo>
                      <a:pt x="22" y="0"/>
                      <a:pt x="26" y="3"/>
                      <a:pt x="26" y="9"/>
                    </a:cubicBezTo>
                    <a:cubicBezTo>
                      <a:pt x="26" y="13"/>
                      <a:pt x="24" y="16"/>
                      <a:pt x="20" y="17"/>
                    </a:cubicBezTo>
                    <a:cubicBezTo>
                      <a:pt x="20" y="17"/>
                      <a:pt x="20" y="17"/>
                      <a:pt x="20" y="17"/>
                    </a:cubicBezTo>
                    <a:cubicBezTo>
                      <a:pt x="24" y="18"/>
                      <a:pt x="25" y="21"/>
                      <a:pt x="25" y="24"/>
                    </a:cubicBezTo>
                    <a:cubicBezTo>
                      <a:pt x="26" y="28"/>
                      <a:pt x="25" y="31"/>
                      <a:pt x="27" y="34"/>
                    </a:cubicBezTo>
                    <a:cubicBezTo>
                      <a:pt x="22" y="34"/>
                      <a:pt x="22" y="34"/>
                      <a:pt x="22" y="34"/>
                    </a:cubicBezTo>
                    <a:cubicBezTo>
                      <a:pt x="21" y="32"/>
                      <a:pt x="22" y="29"/>
                      <a:pt x="21" y="25"/>
                    </a:cubicBezTo>
                    <a:cubicBezTo>
                      <a:pt x="21" y="22"/>
                      <a:pt x="20" y="19"/>
                      <a:pt x="16" y="19"/>
                    </a:cubicBezTo>
                    <a:cubicBezTo>
                      <a:pt x="5" y="19"/>
                      <a:pt x="5" y="19"/>
                      <a:pt x="5" y="19"/>
                    </a:cubicBezTo>
                    <a:cubicBezTo>
                      <a:pt x="5" y="34"/>
                      <a:pt x="5" y="34"/>
                      <a:pt x="5" y="34"/>
                    </a:cubicBezTo>
                    <a:cubicBezTo>
                      <a:pt x="0" y="34"/>
                      <a:pt x="0" y="34"/>
                      <a:pt x="0" y="34"/>
                    </a:cubicBezTo>
                    <a:lnTo>
                      <a:pt x="0" y="0"/>
                    </a:lnTo>
                    <a:close/>
                    <a:moveTo>
                      <a:pt x="14" y="15"/>
                    </a:moveTo>
                    <a:cubicBezTo>
                      <a:pt x="18" y="15"/>
                      <a:pt x="22" y="14"/>
                      <a:pt x="22" y="9"/>
                    </a:cubicBezTo>
                    <a:cubicBezTo>
                      <a:pt x="22" y="6"/>
                      <a:pt x="20" y="4"/>
                      <a:pt x="16" y="4"/>
                    </a:cubicBezTo>
                    <a:cubicBezTo>
                      <a:pt x="5" y="4"/>
                      <a:pt x="5" y="4"/>
                      <a:pt x="5" y="4"/>
                    </a:cubicBezTo>
                    <a:cubicBezTo>
                      <a:pt x="5" y="15"/>
                      <a:pt x="5" y="15"/>
                      <a:pt x="5" y="15"/>
                    </a:cubicBezTo>
                    <a:lnTo>
                      <a:pt x="14" y="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66"/>
              <p:cNvSpPr>
                <a:spLocks/>
              </p:cNvSpPr>
              <p:nvPr userDrawn="1"/>
            </p:nvSpPr>
            <p:spPr bwMode="auto">
              <a:xfrm>
                <a:off x="825" y="993"/>
                <a:ext cx="36" cy="50"/>
              </a:xfrm>
              <a:custGeom>
                <a:avLst/>
                <a:gdLst>
                  <a:gd name="T0" fmla="*/ 0 w 36"/>
                  <a:gd name="T1" fmla="*/ 0 h 50"/>
                  <a:gd name="T2" fmla="*/ 34 w 36"/>
                  <a:gd name="T3" fmla="*/ 0 h 50"/>
                  <a:gd name="T4" fmla="*/ 34 w 36"/>
                  <a:gd name="T5" fmla="*/ 5 h 50"/>
                  <a:gd name="T6" fmla="*/ 8 w 36"/>
                  <a:gd name="T7" fmla="*/ 5 h 50"/>
                  <a:gd name="T8" fmla="*/ 8 w 36"/>
                  <a:gd name="T9" fmla="*/ 20 h 50"/>
                  <a:gd name="T10" fmla="*/ 33 w 36"/>
                  <a:gd name="T11" fmla="*/ 20 h 50"/>
                  <a:gd name="T12" fmla="*/ 33 w 36"/>
                  <a:gd name="T13" fmla="*/ 26 h 50"/>
                  <a:gd name="T14" fmla="*/ 8 w 36"/>
                  <a:gd name="T15" fmla="*/ 26 h 50"/>
                  <a:gd name="T16" fmla="*/ 8 w 36"/>
                  <a:gd name="T17" fmla="*/ 44 h 50"/>
                  <a:gd name="T18" fmla="*/ 36 w 36"/>
                  <a:gd name="T19" fmla="*/ 44 h 50"/>
                  <a:gd name="T20" fmla="*/ 36 w 36"/>
                  <a:gd name="T21" fmla="*/ 50 h 50"/>
                  <a:gd name="T22" fmla="*/ 0 w 36"/>
                  <a:gd name="T23" fmla="*/ 50 h 50"/>
                  <a:gd name="T24" fmla="*/ 0 w 36"/>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50">
                    <a:moveTo>
                      <a:pt x="0" y="0"/>
                    </a:moveTo>
                    <a:lnTo>
                      <a:pt x="34" y="0"/>
                    </a:lnTo>
                    <a:lnTo>
                      <a:pt x="34" y="5"/>
                    </a:lnTo>
                    <a:lnTo>
                      <a:pt x="8" y="5"/>
                    </a:lnTo>
                    <a:lnTo>
                      <a:pt x="8" y="20"/>
                    </a:lnTo>
                    <a:lnTo>
                      <a:pt x="33" y="20"/>
                    </a:lnTo>
                    <a:lnTo>
                      <a:pt x="33" y="26"/>
                    </a:lnTo>
                    <a:lnTo>
                      <a:pt x="8" y="26"/>
                    </a:lnTo>
                    <a:lnTo>
                      <a:pt x="8" y="44"/>
                    </a:lnTo>
                    <a:lnTo>
                      <a:pt x="36" y="44"/>
                    </a:lnTo>
                    <a:lnTo>
                      <a:pt x="36" y="50"/>
                    </a:lnTo>
                    <a:lnTo>
                      <a:pt x="0" y="5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67"/>
              <p:cNvSpPr>
                <a:spLocks/>
              </p:cNvSpPr>
              <p:nvPr userDrawn="1"/>
            </p:nvSpPr>
            <p:spPr bwMode="auto">
              <a:xfrm>
                <a:off x="888" y="993"/>
                <a:ext cx="40" cy="50"/>
              </a:xfrm>
              <a:custGeom>
                <a:avLst/>
                <a:gdLst>
                  <a:gd name="T0" fmla="*/ 16 w 40"/>
                  <a:gd name="T1" fmla="*/ 5 h 50"/>
                  <a:gd name="T2" fmla="*/ 0 w 40"/>
                  <a:gd name="T3" fmla="*/ 5 h 50"/>
                  <a:gd name="T4" fmla="*/ 0 w 40"/>
                  <a:gd name="T5" fmla="*/ 0 h 50"/>
                  <a:gd name="T6" fmla="*/ 40 w 40"/>
                  <a:gd name="T7" fmla="*/ 0 h 50"/>
                  <a:gd name="T8" fmla="*/ 40 w 40"/>
                  <a:gd name="T9" fmla="*/ 5 h 50"/>
                  <a:gd name="T10" fmla="*/ 23 w 40"/>
                  <a:gd name="T11" fmla="*/ 5 h 50"/>
                  <a:gd name="T12" fmla="*/ 23 w 40"/>
                  <a:gd name="T13" fmla="*/ 50 h 50"/>
                  <a:gd name="T14" fmla="*/ 16 w 40"/>
                  <a:gd name="T15" fmla="*/ 50 h 50"/>
                  <a:gd name="T16" fmla="*/ 16 w 40"/>
                  <a:gd name="T17" fmla="*/ 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50">
                    <a:moveTo>
                      <a:pt x="16" y="5"/>
                    </a:moveTo>
                    <a:lnTo>
                      <a:pt x="0" y="5"/>
                    </a:lnTo>
                    <a:lnTo>
                      <a:pt x="0" y="0"/>
                    </a:lnTo>
                    <a:lnTo>
                      <a:pt x="40" y="0"/>
                    </a:lnTo>
                    <a:lnTo>
                      <a:pt x="40" y="5"/>
                    </a:lnTo>
                    <a:lnTo>
                      <a:pt x="23" y="5"/>
                    </a:lnTo>
                    <a:lnTo>
                      <a:pt x="23" y="50"/>
                    </a:lnTo>
                    <a:lnTo>
                      <a:pt x="16" y="50"/>
                    </a:lnTo>
                    <a:lnTo>
                      <a:pt x="16" y="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68"/>
              <p:cNvSpPr>
                <a:spLocks/>
              </p:cNvSpPr>
              <p:nvPr userDrawn="1"/>
            </p:nvSpPr>
            <p:spPr bwMode="auto">
              <a:xfrm>
                <a:off x="935" y="993"/>
                <a:ext cx="36" cy="50"/>
              </a:xfrm>
              <a:custGeom>
                <a:avLst/>
                <a:gdLst>
                  <a:gd name="T0" fmla="*/ 0 w 36"/>
                  <a:gd name="T1" fmla="*/ 0 h 50"/>
                  <a:gd name="T2" fmla="*/ 36 w 36"/>
                  <a:gd name="T3" fmla="*/ 0 h 50"/>
                  <a:gd name="T4" fmla="*/ 36 w 36"/>
                  <a:gd name="T5" fmla="*/ 5 h 50"/>
                  <a:gd name="T6" fmla="*/ 7 w 36"/>
                  <a:gd name="T7" fmla="*/ 5 h 50"/>
                  <a:gd name="T8" fmla="*/ 7 w 36"/>
                  <a:gd name="T9" fmla="*/ 20 h 50"/>
                  <a:gd name="T10" fmla="*/ 34 w 36"/>
                  <a:gd name="T11" fmla="*/ 20 h 50"/>
                  <a:gd name="T12" fmla="*/ 34 w 36"/>
                  <a:gd name="T13" fmla="*/ 26 h 50"/>
                  <a:gd name="T14" fmla="*/ 7 w 36"/>
                  <a:gd name="T15" fmla="*/ 26 h 50"/>
                  <a:gd name="T16" fmla="*/ 7 w 36"/>
                  <a:gd name="T17" fmla="*/ 44 h 50"/>
                  <a:gd name="T18" fmla="*/ 36 w 36"/>
                  <a:gd name="T19" fmla="*/ 44 h 50"/>
                  <a:gd name="T20" fmla="*/ 36 w 36"/>
                  <a:gd name="T21" fmla="*/ 50 h 50"/>
                  <a:gd name="T22" fmla="*/ 0 w 36"/>
                  <a:gd name="T23" fmla="*/ 50 h 50"/>
                  <a:gd name="T24" fmla="*/ 0 w 36"/>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50">
                    <a:moveTo>
                      <a:pt x="0" y="0"/>
                    </a:moveTo>
                    <a:lnTo>
                      <a:pt x="36" y="0"/>
                    </a:lnTo>
                    <a:lnTo>
                      <a:pt x="36" y="5"/>
                    </a:lnTo>
                    <a:lnTo>
                      <a:pt x="7" y="5"/>
                    </a:lnTo>
                    <a:lnTo>
                      <a:pt x="7" y="20"/>
                    </a:lnTo>
                    <a:lnTo>
                      <a:pt x="34" y="20"/>
                    </a:lnTo>
                    <a:lnTo>
                      <a:pt x="34" y="26"/>
                    </a:lnTo>
                    <a:lnTo>
                      <a:pt x="7" y="26"/>
                    </a:lnTo>
                    <a:lnTo>
                      <a:pt x="7" y="44"/>
                    </a:lnTo>
                    <a:lnTo>
                      <a:pt x="36" y="44"/>
                    </a:lnTo>
                    <a:lnTo>
                      <a:pt x="36" y="50"/>
                    </a:lnTo>
                    <a:lnTo>
                      <a:pt x="0" y="5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69"/>
              <p:cNvSpPr>
                <a:spLocks/>
              </p:cNvSpPr>
              <p:nvPr userDrawn="1"/>
            </p:nvSpPr>
            <p:spPr bwMode="auto">
              <a:xfrm>
                <a:off x="978" y="991"/>
                <a:ext cx="46" cy="52"/>
              </a:xfrm>
              <a:custGeom>
                <a:avLst/>
                <a:gdLst>
                  <a:gd name="T0" fmla="*/ 26 w 31"/>
                  <a:gd name="T1" fmla="*/ 11 h 35"/>
                  <a:gd name="T2" fmla="*/ 16 w 31"/>
                  <a:gd name="T3" fmla="*/ 4 h 35"/>
                  <a:gd name="T4" fmla="*/ 5 w 31"/>
                  <a:gd name="T5" fmla="*/ 17 h 35"/>
                  <a:gd name="T6" fmla="*/ 16 w 31"/>
                  <a:gd name="T7" fmla="*/ 32 h 35"/>
                  <a:gd name="T8" fmla="*/ 26 w 31"/>
                  <a:gd name="T9" fmla="*/ 22 h 35"/>
                  <a:gd name="T10" fmla="*/ 31 w 31"/>
                  <a:gd name="T11" fmla="*/ 22 h 35"/>
                  <a:gd name="T12" fmla="*/ 16 w 31"/>
                  <a:gd name="T13" fmla="*/ 35 h 35"/>
                  <a:gd name="T14" fmla="*/ 0 w 31"/>
                  <a:gd name="T15" fmla="*/ 18 h 35"/>
                  <a:gd name="T16" fmla="*/ 16 w 31"/>
                  <a:gd name="T17" fmla="*/ 0 h 35"/>
                  <a:gd name="T18" fmla="*/ 30 w 31"/>
                  <a:gd name="T19" fmla="*/ 11 h 35"/>
                  <a:gd name="T20" fmla="*/ 26 w 31"/>
                  <a:gd name="T21"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 h="35">
                    <a:moveTo>
                      <a:pt x="26" y="11"/>
                    </a:moveTo>
                    <a:cubicBezTo>
                      <a:pt x="25" y="6"/>
                      <a:pt x="21" y="4"/>
                      <a:pt x="16" y="4"/>
                    </a:cubicBezTo>
                    <a:cubicBezTo>
                      <a:pt x="8" y="4"/>
                      <a:pt x="5" y="10"/>
                      <a:pt x="5" y="17"/>
                    </a:cubicBezTo>
                    <a:cubicBezTo>
                      <a:pt x="5" y="25"/>
                      <a:pt x="8" y="32"/>
                      <a:pt x="16" y="32"/>
                    </a:cubicBezTo>
                    <a:cubicBezTo>
                      <a:pt x="22" y="32"/>
                      <a:pt x="26" y="27"/>
                      <a:pt x="26" y="22"/>
                    </a:cubicBezTo>
                    <a:cubicBezTo>
                      <a:pt x="31" y="22"/>
                      <a:pt x="31" y="22"/>
                      <a:pt x="31" y="22"/>
                    </a:cubicBezTo>
                    <a:cubicBezTo>
                      <a:pt x="30" y="30"/>
                      <a:pt x="25" y="35"/>
                      <a:pt x="16" y="35"/>
                    </a:cubicBezTo>
                    <a:cubicBezTo>
                      <a:pt x="6" y="35"/>
                      <a:pt x="0" y="28"/>
                      <a:pt x="0" y="18"/>
                    </a:cubicBezTo>
                    <a:cubicBezTo>
                      <a:pt x="0" y="8"/>
                      <a:pt x="6" y="0"/>
                      <a:pt x="16" y="0"/>
                    </a:cubicBezTo>
                    <a:cubicBezTo>
                      <a:pt x="23" y="0"/>
                      <a:pt x="29" y="4"/>
                      <a:pt x="30" y="11"/>
                    </a:cubicBezTo>
                    <a:lnTo>
                      <a:pt x="26" y="1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70"/>
              <p:cNvSpPr>
                <a:spLocks/>
              </p:cNvSpPr>
              <p:nvPr userDrawn="1"/>
            </p:nvSpPr>
            <p:spPr bwMode="auto">
              <a:xfrm>
                <a:off x="1034" y="993"/>
                <a:ext cx="40" cy="50"/>
              </a:xfrm>
              <a:custGeom>
                <a:avLst/>
                <a:gdLst>
                  <a:gd name="T0" fmla="*/ 0 w 40"/>
                  <a:gd name="T1" fmla="*/ 0 h 50"/>
                  <a:gd name="T2" fmla="*/ 6 w 40"/>
                  <a:gd name="T3" fmla="*/ 0 h 50"/>
                  <a:gd name="T4" fmla="*/ 6 w 40"/>
                  <a:gd name="T5" fmla="*/ 20 h 50"/>
                  <a:gd name="T6" fmla="*/ 33 w 40"/>
                  <a:gd name="T7" fmla="*/ 20 h 50"/>
                  <a:gd name="T8" fmla="*/ 33 w 40"/>
                  <a:gd name="T9" fmla="*/ 0 h 50"/>
                  <a:gd name="T10" fmla="*/ 40 w 40"/>
                  <a:gd name="T11" fmla="*/ 0 h 50"/>
                  <a:gd name="T12" fmla="*/ 40 w 40"/>
                  <a:gd name="T13" fmla="*/ 50 h 50"/>
                  <a:gd name="T14" fmla="*/ 33 w 40"/>
                  <a:gd name="T15" fmla="*/ 50 h 50"/>
                  <a:gd name="T16" fmla="*/ 33 w 40"/>
                  <a:gd name="T17" fmla="*/ 26 h 50"/>
                  <a:gd name="T18" fmla="*/ 6 w 40"/>
                  <a:gd name="T19" fmla="*/ 26 h 50"/>
                  <a:gd name="T20" fmla="*/ 6 w 40"/>
                  <a:gd name="T21" fmla="*/ 50 h 50"/>
                  <a:gd name="T22" fmla="*/ 0 w 40"/>
                  <a:gd name="T23" fmla="*/ 50 h 50"/>
                  <a:gd name="T24" fmla="*/ 0 w 40"/>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0">
                    <a:moveTo>
                      <a:pt x="0" y="0"/>
                    </a:moveTo>
                    <a:lnTo>
                      <a:pt x="6" y="0"/>
                    </a:lnTo>
                    <a:lnTo>
                      <a:pt x="6" y="20"/>
                    </a:lnTo>
                    <a:lnTo>
                      <a:pt x="33" y="20"/>
                    </a:lnTo>
                    <a:lnTo>
                      <a:pt x="33" y="0"/>
                    </a:lnTo>
                    <a:lnTo>
                      <a:pt x="40" y="0"/>
                    </a:lnTo>
                    <a:lnTo>
                      <a:pt x="40" y="50"/>
                    </a:lnTo>
                    <a:lnTo>
                      <a:pt x="33" y="50"/>
                    </a:lnTo>
                    <a:lnTo>
                      <a:pt x="33" y="26"/>
                    </a:lnTo>
                    <a:lnTo>
                      <a:pt x="6" y="26"/>
                    </a:lnTo>
                    <a:lnTo>
                      <a:pt x="6" y="50"/>
                    </a:lnTo>
                    <a:lnTo>
                      <a:pt x="0" y="5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71"/>
              <p:cNvSpPr>
                <a:spLocks/>
              </p:cNvSpPr>
              <p:nvPr userDrawn="1"/>
            </p:nvSpPr>
            <p:spPr bwMode="auto">
              <a:xfrm>
                <a:off x="1088" y="993"/>
                <a:ext cx="40" cy="50"/>
              </a:xfrm>
              <a:custGeom>
                <a:avLst/>
                <a:gdLst>
                  <a:gd name="T0" fmla="*/ 0 w 40"/>
                  <a:gd name="T1" fmla="*/ 0 h 50"/>
                  <a:gd name="T2" fmla="*/ 7 w 40"/>
                  <a:gd name="T3" fmla="*/ 0 h 50"/>
                  <a:gd name="T4" fmla="*/ 32 w 40"/>
                  <a:gd name="T5" fmla="*/ 40 h 50"/>
                  <a:gd name="T6" fmla="*/ 32 w 40"/>
                  <a:gd name="T7" fmla="*/ 40 h 50"/>
                  <a:gd name="T8" fmla="*/ 32 w 40"/>
                  <a:gd name="T9" fmla="*/ 0 h 50"/>
                  <a:gd name="T10" fmla="*/ 40 w 40"/>
                  <a:gd name="T11" fmla="*/ 0 h 50"/>
                  <a:gd name="T12" fmla="*/ 40 w 40"/>
                  <a:gd name="T13" fmla="*/ 50 h 50"/>
                  <a:gd name="T14" fmla="*/ 32 w 40"/>
                  <a:gd name="T15" fmla="*/ 50 h 50"/>
                  <a:gd name="T16" fmla="*/ 6 w 40"/>
                  <a:gd name="T17" fmla="*/ 8 h 50"/>
                  <a:gd name="T18" fmla="*/ 6 w 40"/>
                  <a:gd name="T19" fmla="*/ 8 h 50"/>
                  <a:gd name="T20" fmla="*/ 6 w 40"/>
                  <a:gd name="T21" fmla="*/ 50 h 50"/>
                  <a:gd name="T22" fmla="*/ 0 w 40"/>
                  <a:gd name="T23" fmla="*/ 50 h 50"/>
                  <a:gd name="T24" fmla="*/ 0 w 40"/>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0">
                    <a:moveTo>
                      <a:pt x="0" y="0"/>
                    </a:moveTo>
                    <a:lnTo>
                      <a:pt x="7" y="0"/>
                    </a:lnTo>
                    <a:lnTo>
                      <a:pt x="32" y="40"/>
                    </a:lnTo>
                    <a:lnTo>
                      <a:pt x="32" y="40"/>
                    </a:lnTo>
                    <a:lnTo>
                      <a:pt x="32" y="0"/>
                    </a:lnTo>
                    <a:lnTo>
                      <a:pt x="40" y="0"/>
                    </a:lnTo>
                    <a:lnTo>
                      <a:pt x="40" y="50"/>
                    </a:lnTo>
                    <a:lnTo>
                      <a:pt x="32" y="50"/>
                    </a:lnTo>
                    <a:lnTo>
                      <a:pt x="6" y="8"/>
                    </a:lnTo>
                    <a:lnTo>
                      <a:pt x="6" y="8"/>
                    </a:lnTo>
                    <a:lnTo>
                      <a:pt x="6" y="50"/>
                    </a:lnTo>
                    <a:lnTo>
                      <a:pt x="0" y="5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72"/>
              <p:cNvSpPr>
                <a:spLocks noEditPoints="1"/>
              </p:cNvSpPr>
              <p:nvPr userDrawn="1"/>
            </p:nvSpPr>
            <p:spPr bwMode="auto">
              <a:xfrm>
                <a:off x="1138" y="991"/>
                <a:ext cx="48" cy="52"/>
              </a:xfrm>
              <a:custGeom>
                <a:avLst/>
                <a:gdLst>
                  <a:gd name="T0" fmla="*/ 16 w 32"/>
                  <a:gd name="T1" fmla="*/ 0 h 35"/>
                  <a:gd name="T2" fmla="*/ 32 w 32"/>
                  <a:gd name="T3" fmla="*/ 18 h 35"/>
                  <a:gd name="T4" fmla="*/ 16 w 32"/>
                  <a:gd name="T5" fmla="*/ 35 h 35"/>
                  <a:gd name="T6" fmla="*/ 0 w 32"/>
                  <a:gd name="T7" fmla="*/ 18 h 35"/>
                  <a:gd name="T8" fmla="*/ 16 w 32"/>
                  <a:gd name="T9" fmla="*/ 0 h 35"/>
                  <a:gd name="T10" fmla="*/ 16 w 32"/>
                  <a:gd name="T11" fmla="*/ 32 h 35"/>
                  <a:gd name="T12" fmla="*/ 28 w 32"/>
                  <a:gd name="T13" fmla="*/ 18 h 35"/>
                  <a:gd name="T14" fmla="*/ 16 w 32"/>
                  <a:gd name="T15" fmla="*/ 4 h 35"/>
                  <a:gd name="T16" fmla="*/ 4 w 32"/>
                  <a:gd name="T17" fmla="*/ 18 h 35"/>
                  <a:gd name="T18" fmla="*/ 16 w 32"/>
                  <a:gd name="T19"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5">
                    <a:moveTo>
                      <a:pt x="16" y="0"/>
                    </a:moveTo>
                    <a:cubicBezTo>
                      <a:pt x="27" y="0"/>
                      <a:pt x="32" y="8"/>
                      <a:pt x="32" y="18"/>
                    </a:cubicBezTo>
                    <a:cubicBezTo>
                      <a:pt x="32" y="27"/>
                      <a:pt x="27" y="35"/>
                      <a:pt x="16" y="35"/>
                    </a:cubicBezTo>
                    <a:cubicBezTo>
                      <a:pt x="5" y="35"/>
                      <a:pt x="0" y="27"/>
                      <a:pt x="0" y="18"/>
                    </a:cubicBezTo>
                    <a:cubicBezTo>
                      <a:pt x="0" y="8"/>
                      <a:pt x="5" y="0"/>
                      <a:pt x="16" y="0"/>
                    </a:cubicBezTo>
                    <a:close/>
                    <a:moveTo>
                      <a:pt x="16" y="32"/>
                    </a:moveTo>
                    <a:cubicBezTo>
                      <a:pt x="24" y="32"/>
                      <a:pt x="28" y="24"/>
                      <a:pt x="28" y="18"/>
                    </a:cubicBezTo>
                    <a:cubicBezTo>
                      <a:pt x="28" y="11"/>
                      <a:pt x="24" y="4"/>
                      <a:pt x="16" y="4"/>
                    </a:cubicBezTo>
                    <a:cubicBezTo>
                      <a:pt x="8" y="4"/>
                      <a:pt x="4" y="11"/>
                      <a:pt x="4" y="18"/>
                    </a:cubicBezTo>
                    <a:cubicBezTo>
                      <a:pt x="4" y="24"/>
                      <a:pt x="8" y="32"/>
                      <a:pt x="16" y="3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73"/>
              <p:cNvSpPr>
                <a:spLocks/>
              </p:cNvSpPr>
              <p:nvPr userDrawn="1"/>
            </p:nvSpPr>
            <p:spPr bwMode="auto">
              <a:xfrm>
                <a:off x="1196" y="993"/>
                <a:ext cx="33" cy="50"/>
              </a:xfrm>
              <a:custGeom>
                <a:avLst/>
                <a:gdLst>
                  <a:gd name="T0" fmla="*/ 0 w 33"/>
                  <a:gd name="T1" fmla="*/ 0 h 50"/>
                  <a:gd name="T2" fmla="*/ 6 w 33"/>
                  <a:gd name="T3" fmla="*/ 0 h 50"/>
                  <a:gd name="T4" fmla="*/ 6 w 33"/>
                  <a:gd name="T5" fmla="*/ 44 h 50"/>
                  <a:gd name="T6" fmla="*/ 33 w 33"/>
                  <a:gd name="T7" fmla="*/ 44 h 50"/>
                  <a:gd name="T8" fmla="*/ 33 w 33"/>
                  <a:gd name="T9" fmla="*/ 50 h 50"/>
                  <a:gd name="T10" fmla="*/ 0 w 33"/>
                  <a:gd name="T11" fmla="*/ 50 h 50"/>
                  <a:gd name="T12" fmla="*/ 0 w 33"/>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33" h="50">
                    <a:moveTo>
                      <a:pt x="0" y="0"/>
                    </a:moveTo>
                    <a:lnTo>
                      <a:pt x="6" y="0"/>
                    </a:lnTo>
                    <a:lnTo>
                      <a:pt x="6" y="44"/>
                    </a:lnTo>
                    <a:lnTo>
                      <a:pt x="33" y="44"/>
                    </a:lnTo>
                    <a:lnTo>
                      <a:pt x="33" y="50"/>
                    </a:lnTo>
                    <a:lnTo>
                      <a:pt x="0" y="5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74"/>
              <p:cNvSpPr>
                <a:spLocks noEditPoints="1"/>
              </p:cNvSpPr>
              <p:nvPr userDrawn="1"/>
            </p:nvSpPr>
            <p:spPr bwMode="auto">
              <a:xfrm>
                <a:off x="1233" y="991"/>
                <a:ext cx="49" cy="52"/>
              </a:xfrm>
              <a:custGeom>
                <a:avLst/>
                <a:gdLst>
                  <a:gd name="T0" fmla="*/ 16 w 33"/>
                  <a:gd name="T1" fmla="*/ 0 h 35"/>
                  <a:gd name="T2" fmla="*/ 33 w 33"/>
                  <a:gd name="T3" fmla="*/ 18 h 35"/>
                  <a:gd name="T4" fmla="*/ 16 w 33"/>
                  <a:gd name="T5" fmla="*/ 35 h 35"/>
                  <a:gd name="T6" fmla="*/ 0 w 33"/>
                  <a:gd name="T7" fmla="*/ 18 h 35"/>
                  <a:gd name="T8" fmla="*/ 16 w 33"/>
                  <a:gd name="T9" fmla="*/ 0 h 35"/>
                  <a:gd name="T10" fmla="*/ 16 w 33"/>
                  <a:gd name="T11" fmla="*/ 32 h 35"/>
                  <a:gd name="T12" fmla="*/ 28 w 33"/>
                  <a:gd name="T13" fmla="*/ 18 h 35"/>
                  <a:gd name="T14" fmla="*/ 16 w 33"/>
                  <a:gd name="T15" fmla="*/ 4 h 35"/>
                  <a:gd name="T16" fmla="*/ 5 w 33"/>
                  <a:gd name="T17" fmla="*/ 18 h 35"/>
                  <a:gd name="T18" fmla="*/ 16 w 33"/>
                  <a:gd name="T19"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5">
                    <a:moveTo>
                      <a:pt x="16" y="0"/>
                    </a:moveTo>
                    <a:cubicBezTo>
                      <a:pt x="27" y="0"/>
                      <a:pt x="33" y="8"/>
                      <a:pt x="33" y="18"/>
                    </a:cubicBezTo>
                    <a:cubicBezTo>
                      <a:pt x="33" y="27"/>
                      <a:pt x="27" y="35"/>
                      <a:pt x="16" y="35"/>
                    </a:cubicBezTo>
                    <a:cubicBezTo>
                      <a:pt x="6" y="35"/>
                      <a:pt x="0" y="27"/>
                      <a:pt x="0" y="18"/>
                    </a:cubicBezTo>
                    <a:cubicBezTo>
                      <a:pt x="0" y="8"/>
                      <a:pt x="6" y="0"/>
                      <a:pt x="16" y="0"/>
                    </a:cubicBezTo>
                    <a:close/>
                    <a:moveTo>
                      <a:pt x="16" y="32"/>
                    </a:moveTo>
                    <a:cubicBezTo>
                      <a:pt x="25" y="32"/>
                      <a:pt x="28" y="24"/>
                      <a:pt x="28" y="18"/>
                    </a:cubicBezTo>
                    <a:cubicBezTo>
                      <a:pt x="28" y="11"/>
                      <a:pt x="25" y="4"/>
                      <a:pt x="16" y="4"/>
                    </a:cubicBezTo>
                    <a:cubicBezTo>
                      <a:pt x="8" y="4"/>
                      <a:pt x="5" y="11"/>
                      <a:pt x="5" y="18"/>
                    </a:cubicBezTo>
                    <a:cubicBezTo>
                      <a:pt x="5" y="24"/>
                      <a:pt x="8" y="32"/>
                      <a:pt x="16" y="3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75"/>
              <p:cNvSpPr>
                <a:spLocks/>
              </p:cNvSpPr>
              <p:nvPr userDrawn="1"/>
            </p:nvSpPr>
            <p:spPr bwMode="auto">
              <a:xfrm>
                <a:off x="1289" y="991"/>
                <a:ext cx="46" cy="52"/>
              </a:xfrm>
              <a:custGeom>
                <a:avLst/>
                <a:gdLst>
                  <a:gd name="T0" fmla="*/ 27 w 31"/>
                  <a:gd name="T1" fmla="*/ 30 h 35"/>
                  <a:gd name="T2" fmla="*/ 16 w 31"/>
                  <a:gd name="T3" fmla="*/ 35 h 35"/>
                  <a:gd name="T4" fmla="*/ 0 w 31"/>
                  <a:gd name="T5" fmla="*/ 18 h 35"/>
                  <a:gd name="T6" fmla="*/ 16 w 31"/>
                  <a:gd name="T7" fmla="*/ 0 h 35"/>
                  <a:gd name="T8" fmla="*/ 31 w 31"/>
                  <a:gd name="T9" fmla="*/ 11 h 35"/>
                  <a:gd name="T10" fmla="*/ 26 w 31"/>
                  <a:gd name="T11" fmla="*/ 11 h 35"/>
                  <a:gd name="T12" fmla="*/ 16 w 31"/>
                  <a:gd name="T13" fmla="*/ 4 h 35"/>
                  <a:gd name="T14" fmla="*/ 5 w 31"/>
                  <a:gd name="T15" fmla="*/ 18 h 35"/>
                  <a:gd name="T16" fmla="*/ 16 w 31"/>
                  <a:gd name="T17" fmla="*/ 32 h 35"/>
                  <a:gd name="T18" fmla="*/ 27 w 31"/>
                  <a:gd name="T19" fmla="*/ 21 h 35"/>
                  <a:gd name="T20" fmla="*/ 16 w 31"/>
                  <a:gd name="T21" fmla="*/ 21 h 35"/>
                  <a:gd name="T22" fmla="*/ 16 w 31"/>
                  <a:gd name="T23" fmla="*/ 17 h 35"/>
                  <a:gd name="T24" fmla="*/ 31 w 31"/>
                  <a:gd name="T25" fmla="*/ 17 h 35"/>
                  <a:gd name="T26" fmla="*/ 31 w 31"/>
                  <a:gd name="T27" fmla="*/ 35 h 35"/>
                  <a:gd name="T28" fmla="*/ 28 w 31"/>
                  <a:gd name="T29" fmla="*/ 35 h 35"/>
                  <a:gd name="T30" fmla="*/ 27 w 31"/>
                  <a:gd name="T31" fmla="*/ 3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7" y="30"/>
                    </a:moveTo>
                    <a:cubicBezTo>
                      <a:pt x="25" y="34"/>
                      <a:pt x="20" y="35"/>
                      <a:pt x="16" y="35"/>
                    </a:cubicBezTo>
                    <a:cubicBezTo>
                      <a:pt x="6" y="35"/>
                      <a:pt x="0" y="27"/>
                      <a:pt x="0" y="18"/>
                    </a:cubicBezTo>
                    <a:cubicBezTo>
                      <a:pt x="0" y="8"/>
                      <a:pt x="6" y="0"/>
                      <a:pt x="16" y="0"/>
                    </a:cubicBezTo>
                    <a:cubicBezTo>
                      <a:pt x="24" y="0"/>
                      <a:pt x="30" y="3"/>
                      <a:pt x="31" y="11"/>
                    </a:cubicBezTo>
                    <a:cubicBezTo>
                      <a:pt x="26" y="11"/>
                      <a:pt x="26" y="11"/>
                      <a:pt x="26" y="11"/>
                    </a:cubicBezTo>
                    <a:cubicBezTo>
                      <a:pt x="25" y="6"/>
                      <a:pt x="21" y="4"/>
                      <a:pt x="16" y="4"/>
                    </a:cubicBezTo>
                    <a:cubicBezTo>
                      <a:pt x="8" y="4"/>
                      <a:pt x="5" y="11"/>
                      <a:pt x="5" y="18"/>
                    </a:cubicBezTo>
                    <a:cubicBezTo>
                      <a:pt x="5" y="25"/>
                      <a:pt x="9" y="32"/>
                      <a:pt x="16" y="32"/>
                    </a:cubicBezTo>
                    <a:cubicBezTo>
                      <a:pt x="23" y="32"/>
                      <a:pt x="27" y="27"/>
                      <a:pt x="27" y="21"/>
                    </a:cubicBezTo>
                    <a:cubicBezTo>
                      <a:pt x="16" y="21"/>
                      <a:pt x="16" y="21"/>
                      <a:pt x="16" y="21"/>
                    </a:cubicBezTo>
                    <a:cubicBezTo>
                      <a:pt x="16" y="17"/>
                      <a:pt x="16" y="17"/>
                      <a:pt x="16" y="17"/>
                    </a:cubicBezTo>
                    <a:cubicBezTo>
                      <a:pt x="31" y="17"/>
                      <a:pt x="31" y="17"/>
                      <a:pt x="31" y="17"/>
                    </a:cubicBezTo>
                    <a:cubicBezTo>
                      <a:pt x="31" y="35"/>
                      <a:pt x="31" y="35"/>
                      <a:pt x="31" y="35"/>
                    </a:cubicBezTo>
                    <a:cubicBezTo>
                      <a:pt x="28" y="35"/>
                      <a:pt x="28" y="35"/>
                      <a:pt x="28" y="35"/>
                    </a:cubicBezTo>
                    <a:lnTo>
                      <a:pt x="27" y="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Rectangle 76"/>
              <p:cNvSpPr>
                <a:spLocks noChangeArrowheads="1"/>
              </p:cNvSpPr>
              <p:nvPr userDrawn="1"/>
            </p:nvSpPr>
            <p:spPr bwMode="auto">
              <a:xfrm>
                <a:off x="1349" y="993"/>
                <a:ext cx="6" cy="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77"/>
              <p:cNvSpPr>
                <a:spLocks/>
              </p:cNvSpPr>
              <p:nvPr userDrawn="1"/>
            </p:nvSpPr>
            <p:spPr bwMode="auto">
              <a:xfrm>
                <a:off x="1368" y="993"/>
                <a:ext cx="35" cy="50"/>
              </a:xfrm>
              <a:custGeom>
                <a:avLst/>
                <a:gdLst>
                  <a:gd name="T0" fmla="*/ 0 w 35"/>
                  <a:gd name="T1" fmla="*/ 0 h 50"/>
                  <a:gd name="T2" fmla="*/ 35 w 35"/>
                  <a:gd name="T3" fmla="*/ 0 h 50"/>
                  <a:gd name="T4" fmla="*/ 35 w 35"/>
                  <a:gd name="T5" fmla="*/ 5 h 50"/>
                  <a:gd name="T6" fmla="*/ 7 w 35"/>
                  <a:gd name="T7" fmla="*/ 5 h 50"/>
                  <a:gd name="T8" fmla="*/ 7 w 35"/>
                  <a:gd name="T9" fmla="*/ 20 h 50"/>
                  <a:gd name="T10" fmla="*/ 33 w 35"/>
                  <a:gd name="T11" fmla="*/ 20 h 50"/>
                  <a:gd name="T12" fmla="*/ 33 w 35"/>
                  <a:gd name="T13" fmla="*/ 26 h 50"/>
                  <a:gd name="T14" fmla="*/ 7 w 35"/>
                  <a:gd name="T15" fmla="*/ 26 h 50"/>
                  <a:gd name="T16" fmla="*/ 7 w 35"/>
                  <a:gd name="T17" fmla="*/ 44 h 50"/>
                  <a:gd name="T18" fmla="*/ 35 w 35"/>
                  <a:gd name="T19" fmla="*/ 44 h 50"/>
                  <a:gd name="T20" fmla="*/ 35 w 35"/>
                  <a:gd name="T21" fmla="*/ 50 h 50"/>
                  <a:gd name="T22" fmla="*/ 0 w 35"/>
                  <a:gd name="T23" fmla="*/ 50 h 50"/>
                  <a:gd name="T24" fmla="*/ 0 w 35"/>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50">
                    <a:moveTo>
                      <a:pt x="0" y="0"/>
                    </a:moveTo>
                    <a:lnTo>
                      <a:pt x="35" y="0"/>
                    </a:lnTo>
                    <a:lnTo>
                      <a:pt x="35" y="5"/>
                    </a:lnTo>
                    <a:lnTo>
                      <a:pt x="7" y="5"/>
                    </a:lnTo>
                    <a:lnTo>
                      <a:pt x="7" y="20"/>
                    </a:lnTo>
                    <a:lnTo>
                      <a:pt x="33" y="20"/>
                    </a:lnTo>
                    <a:lnTo>
                      <a:pt x="33" y="26"/>
                    </a:lnTo>
                    <a:lnTo>
                      <a:pt x="7" y="26"/>
                    </a:lnTo>
                    <a:lnTo>
                      <a:pt x="7" y="44"/>
                    </a:lnTo>
                    <a:lnTo>
                      <a:pt x="35" y="44"/>
                    </a:lnTo>
                    <a:lnTo>
                      <a:pt x="35" y="50"/>
                    </a:lnTo>
                    <a:lnTo>
                      <a:pt x="0" y="5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78"/>
              <p:cNvSpPr>
                <a:spLocks/>
              </p:cNvSpPr>
              <p:nvPr userDrawn="1"/>
            </p:nvSpPr>
            <p:spPr bwMode="auto">
              <a:xfrm>
                <a:off x="1411" y="991"/>
                <a:ext cx="40" cy="52"/>
              </a:xfrm>
              <a:custGeom>
                <a:avLst/>
                <a:gdLst>
                  <a:gd name="T0" fmla="*/ 22 w 27"/>
                  <a:gd name="T1" fmla="*/ 11 h 35"/>
                  <a:gd name="T2" fmla="*/ 13 w 27"/>
                  <a:gd name="T3" fmla="*/ 4 h 35"/>
                  <a:gd name="T4" fmla="*/ 6 w 27"/>
                  <a:gd name="T5" fmla="*/ 10 h 35"/>
                  <a:gd name="T6" fmla="*/ 16 w 27"/>
                  <a:gd name="T7" fmla="*/ 16 h 35"/>
                  <a:gd name="T8" fmla="*/ 27 w 27"/>
                  <a:gd name="T9" fmla="*/ 25 h 35"/>
                  <a:gd name="T10" fmla="*/ 14 w 27"/>
                  <a:gd name="T11" fmla="*/ 35 h 35"/>
                  <a:gd name="T12" fmla="*/ 0 w 27"/>
                  <a:gd name="T13" fmla="*/ 23 h 35"/>
                  <a:gd name="T14" fmla="*/ 4 w 27"/>
                  <a:gd name="T15" fmla="*/ 23 h 35"/>
                  <a:gd name="T16" fmla="*/ 14 w 27"/>
                  <a:gd name="T17" fmla="*/ 32 h 35"/>
                  <a:gd name="T18" fmla="*/ 23 w 27"/>
                  <a:gd name="T19" fmla="*/ 25 h 35"/>
                  <a:gd name="T20" fmla="*/ 12 w 27"/>
                  <a:gd name="T21" fmla="*/ 19 h 35"/>
                  <a:gd name="T22" fmla="*/ 1 w 27"/>
                  <a:gd name="T23" fmla="*/ 10 h 35"/>
                  <a:gd name="T24" fmla="*/ 13 w 27"/>
                  <a:gd name="T25" fmla="*/ 0 h 35"/>
                  <a:gd name="T26" fmla="*/ 26 w 27"/>
                  <a:gd name="T27" fmla="*/ 11 h 35"/>
                  <a:gd name="T28" fmla="*/ 22 w 27"/>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35">
                    <a:moveTo>
                      <a:pt x="22" y="11"/>
                    </a:moveTo>
                    <a:cubicBezTo>
                      <a:pt x="21" y="6"/>
                      <a:pt x="18" y="4"/>
                      <a:pt x="13" y="4"/>
                    </a:cubicBezTo>
                    <a:cubicBezTo>
                      <a:pt x="9" y="4"/>
                      <a:pt x="6" y="5"/>
                      <a:pt x="6" y="10"/>
                    </a:cubicBezTo>
                    <a:cubicBezTo>
                      <a:pt x="6" y="14"/>
                      <a:pt x="11" y="14"/>
                      <a:pt x="16" y="16"/>
                    </a:cubicBezTo>
                    <a:cubicBezTo>
                      <a:pt x="22" y="17"/>
                      <a:pt x="27" y="19"/>
                      <a:pt x="27" y="25"/>
                    </a:cubicBezTo>
                    <a:cubicBezTo>
                      <a:pt x="27" y="32"/>
                      <a:pt x="20" y="35"/>
                      <a:pt x="14" y="35"/>
                    </a:cubicBezTo>
                    <a:cubicBezTo>
                      <a:pt x="6" y="35"/>
                      <a:pt x="0" y="32"/>
                      <a:pt x="0" y="23"/>
                    </a:cubicBezTo>
                    <a:cubicBezTo>
                      <a:pt x="4" y="23"/>
                      <a:pt x="4" y="23"/>
                      <a:pt x="4" y="23"/>
                    </a:cubicBezTo>
                    <a:cubicBezTo>
                      <a:pt x="4" y="29"/>
                      <a:pt x="9" y="32"/>
                      <a:pt x="14" y="32"/>
                    </a:cubicBezTo>
                    <a:cubicBezTo>
                      <a:pt x="18" y="32"/>
                      <a:pt x="23" y="30"/>
                      <a:pt x="23" y="25"/>
                    </a:cubicBezTo>
                    <a:cubicBezTo>
                      <a:pt x="23" y="21"/>
                      <a:pt x="17" y="20"/>
                      <a:pt x="12" y="19"/>
                    </a:cubicBezTo>
                    <a:cubicBezTo>
                      <a:pt x="7" y="18"/>
                      <a:pt x="1" y="16"/>
                      <a:pt x="1" y="10"/>
                    </a:cubicBezTo>
                    <a:cubicBezTo>
                      <a:pt x="1" y="3"/>
                      <a:pt x="7" y="0"/>
                      <a:pt x="13" y="0"/>
                    </a:cubicBezTo>
                    <a:cubicBezTo>
                      <a:pt x="20" y="0"/>
                      <a:pt x="26" y="3"/>
                      <a:pt x="26" y="11"/>
                    </a:cubicBezTo>
                    <a:lnTo>
                      <a:pt x="22" y="1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79"/>
              <p:cNvSpPr>
                <a:spLocks/>
              </p:cNvSpPr>
              <p:nvPr userDrawn="1"/>
            </p:nvSpPr>
            <p:spPr bwMode="auto">
              <a:xfrm>
                <a:off x="1484" y="993"/>
                <a:ext cx="32" cy="50"/>
              </a:xfrm>
              <a:custGeom>
                <a:avLst/>
                <a:gdLst>
                  <a:gd name="T0" fmla="*/ 0 w 32"/>
                  <a:gd name="T1" fmla="*/ 0 h 50"/>
                  <a:gd name="T2" fmla="*/ 5 w 32"/>
                  <a:gd name="T3" fmla="*/ 0 h 50"/>
                  <a:gd name="T4" fmla="*/ 5 w 32"/>
                  <a:gd name="T5" fmla="*/ 44 h 50"/>
                  <a:gd name="T6" fmla="*/ 32 w 32"/>
                  <a:gd name="T7" fmla="*/ 44 h 50"/>
                  <a:gd name="T8" fmla="*/ 32 w 32"/>
                  <a:gd name="T9" fmla="*/ 50 h 50"/>
                  <a:gd name="T10" fmla="*/ 0 w 32"/>
                  <a:gd name="T11" fmla="*/ 50 h 50"/>
                  <a:gd name="T12" fmla="*/ 0 w 32"/>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32" h="50">
                    <a:moveTo>
                      <a:pt x="0" y="0"/>
                    </a:moveTo>
                    <a:lnTo>
                      <a:pt x="5" y="0"/>
                    </a:lnTo>
                    <a:lnTo>
                      <a:pt x="5" y="44"/>
                    </a:lnTo>
                    <a:lnTo>
                      <a:pt x="32" y="44"/>
                    </a:lnTo>
                    <a:lnTo>
                      <a:pt x="32" y="50"/>
                    </a:lnTo>
                    <a:lnTo>
                      <a:pt x="0" y="5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Freeform 80"/>
              <p:cNvSpPr>
                <a:spLocks/>
              </p:cNvSpPr>
              <p:nvPr userDrawn="1"/>
            </p:nvSpPr>
            <p:spPr bwMode="auto">
              <a:xfrm>
                <a:off x="1513" y="993"/>
                <a:ext cx="40" cy="50"/>
              </a:xfrm>
              <a:custGeom>
                <a:avLst/>
                <a:gdLst>
                  <a:gd name="T0" fmla="*/ 17 w 40"/>
                  <a:gd name="T1" fmla="*/ 5 h 50"/>
                  <a:gd name="T2" fmla="*/ 0 w 40"/>
                  <a:gd name="T3" fmla="*/ 5 h 50"/>
                  <a:gd name="T4" fmla="*/ 0 w 40"/>
                  <a:gd name="T5" fmla="*/ 0 h 50"/>
                  <a:gd name="T6" fmla="*/ 40 w 40"/>
                  <a:gd name="T7" fmla="*/ 0 h 50"/>
                  <a:gd name="T8" fmla="*/ 40 w 40"/>
                  <a:gd name="T9" fmla="*/ 5 h 50"/>
                  <a:gd name="T10" fmla="*/ 24 w 40"/>
                  <a:gd name="T11" fmla="*/ 5 h 50"/>
                  <a:gd name="T12" fmla="*/ 24 w 40"/>
                  <a:gd name="T13" fmla="*/ 50 h 50"/>
                  <a:gd name="T14" fmla="*/ 17 w 40"/>
                  <a:gd name="T15" fmla="*/ 50 h 50"/>
                  <a:gd name="T16" fmla="*/ 17 w 40"/>
                  <a:gd name="T17" fmla="*/ 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50">
                    <a:moveTo>
                      <a:pt x="17" y="5"/>
                    </a:moveTo>
                    <a:lnTo>
                      <a:pt x="0" y="5"/>
                    </a:lnTo>
                    <a:lnTo>
                      <a:pt x="0" y="0"/>
                    </a:lnTo>
                    <a:lnTo>
                      <a:pt x="40" y="0"/>
                    </a:lnTo>
                    <a:lnTo>
                      <a:pt x="40" y="5"/>
                    </a:lnTo>
                    <a:lnTo>
                      <a:pt x="24" y="5"/>
                    </a:lnTo>
                    <a:lnTo>
                      <a:pt x="24" y="50"/>
                    </a:lnTo>
                    <a:lnTo>
                      <a:pt x="17" y="50"/>
                    </a:lnTo>
                    <a:lnTo>
                      <a:pt x="17" y="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81"/>
              <p:cNvSpPr>
                <a:spLocks noEditPoints="1"/>
              </p:cNvSpPr>
              <p:nvPr userDrawn="1"/>
            </p:nvSpPr>
            <p:spPr bwMode="auto">
              <a:xfrm>
                <a:off x="1561" y="993"/>
                <a:ext cx="41" cy="50"/>
              </a:xfrm>
              <a:custGeom>
                <a:avLst/>
                <a:gdLst>
                  <a:gd name="T0" fmla="*/ 0 w 28"/>
                  <a:gd name="T1" fmla="*/ 0 h 34"/>
                  <a:gd name="T2" fmla="*/ 12 w 28"/>
                  <a:gd name="T3" fmla="*/ 0 h 34"/>
                  <a:gd name="T4" fmla="*/ 28 w 28"/>
                  <a:gd name="T5" fmla="*/ 16 h 34"/>
                  <a:gd name="T6" fmla="*/ 12 w 28"/>
                  <a:gd name="T7" fmla="*/ 34 h 34"/>
                  <a:gd name="T8" fmla="*/ 0 w 28"/>
                  <a:gd name="T9" fmla="*/ 34 h 34"/>
                  <a:gd name="T10" fmla="*/ 0 w 28"/>
                  <a:gd name="T11" fmla="*/ 0 h 34"/>
                  <a:gd name="T12" fmla="*/ 5 w 28"/>
                  <a:gd name="T13" fmla="*/ 30 h 34"/>
                  <a:gd name="T14" fmla="*/ 12 w 28"/>
                  <a:gd name="T15" fmla="*/ 30 h 34"/>
                  <a:gd name="T16" fmla="*/ 24 w 28"/>
                  <a:gd name="T17" fmla="*/ 16 h 34"/>
                  <a:gd name="T18" fmla="*/ 12 w 28"/>
                  <a:gd name="T19" fmla="*/ 4 h 34"/>
                  <a:gd name="T20" fmla="*/ 5 w 28"/>
                  <a:gd name="T21" fmla="*/ 4 h 34"/>
                  <a:gd name="T22" fmla="*/ 5 w 28"/>
                  <a:gd name="T23" fmla="*/ 3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 h="34">
                    <a:moveTo>
                      <a:pt x="0" y="0"/>
                    </a:moveTo>
                    <a:cubicBezTo>
                      <a:pt x="12" y="0"/>
                      <a:pt x="12" y="0"/>
                      <a:pt x="12" y="0"/>
                    </a:cubicBezTo>
                    <a:cubicBezTo>
                      <a:pt x="22" y="0"/>
                      <a:pt x="28" y="5"/>
                      <a:pt x="28" y="16"/>
                    </a:cubicBezTo>
                    <a:cubicBezTo>
                      <a:pt x="28" y="27"/>
                      <a:pt x="23" y="34"/>
                      <a:pt x="12" y="34"/>
                    </a:cubicBezTo>
                    <a:cubicBezTo>
                      <a:pt x="0" y="34"/>
                      <a:pt x="0" y="34"/>
                      <a:pt x="0" y="34"/>
                    </a:cubicBezTo>
                    <a:lnTo>
                      <a:pt x="0" y="0"/>
                    </a:lnTo>
                    <a:close/>
                    <a:moveTo>
                      <a:pt x="5" y="30"/>
                    </a:moveTo>
                    <a:cubicBezTo>
                      <a:pt x="12" y="30"/>
                      <a:pt x="12" y="30"/>
                      <a:pt x="12" y="30"/>
                    </a:cubicBezTo>
                    <a:cubicBezTo>
                      <a:pt x="15" y="30"/>
                      <a:pt x="24" y="29"/>
                      <a:pt x="24" y="16"/>
                    </a:cubicBezTo>
                    <a:cubicBezTo>
                      <a:pt x="24" y="8"/>
                      <a:pt x="21" y="4"/>
                      <a:pt x="12" y="4"/>
                    </a:cubicBezTo>
                    <a:cubicBezTo>
                      <a:pt x="5" y="4"/>
                      <a:pt x="5" y="4"/>
                      <a:pt x="5" y="4"/>
                    </a:cubicBezTo>
                    <a:lnTo>
                      <a:pt x="5" y="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83"/>
              <p:cNvSpPr>
                <a:spLocks noEditPoints="1"/>
              </p:cNvSpPr>
              <p:nvPr userDrawn="1"/>
            </p:nvSpPr>
            <p:spPr bwMode="auto">
              <a:xfrm>
                <a:off x="1589" y="803"/>
                <a:ext cx="25" cy="25"/>
              </a:xfrm>
              <a:custGeom>
                <a:avLst/>
                <a:gdLst>
                  <a:gd name="T0" fmla="*/ 8 w 17"/>
                  <a:gd name="T1" fmla="*/ 0 h 17"/>
                  <a:gd name="T2" fmla="*/ 17 w 17"/>
                  <a:gd name="T3" fmla="*/ 8 h 17"/>
                  <a:gd name="T4" fmla="*/ 8 w 17"/>
                  <a:gd name="T5" fmla="*/ 17 h 17"/>
                  <a:gd name="T6" fmla="*/ 0 w 17"/>
                  <a:gd name="T7" fmla="*/ 8 h 17"/>
                  <a:gd name="T8" fmla="*/ 8 w 17"/>
                  <a:gd name="T9" fmla="*/ 0 h 17"/>
                  <a:gd name="T10" fmla="*/ 8 w 17"/>
                  <a:gd name="T11" fmla="*/ 16 h 17"/>
                  <a:gd name="T12" fmla="*/ 15 w 17"/>
                  <a:gd name="T13" fmla="*/ 8 h 17"/>
                  <a:gd name="T14" fmla="*/ 8 w 17"/>
                  <a:gd name="T15" fmla="*/ 1 h 17"/>
                  <a:gd name="T16" fmla="*/ 1 w 17"/>
                  <a:gd name="T17" fmla="*/ 8 h 17"/>
                  <a:gd name="T18" fmla="*/ 8 w 17"/>
                  <a:gd name="T19" fmla="*/ 16 h 17"/>
                  <a:gd name="T20" fmla="*/ 5 w 17"/>
                  <a:gd name="T21" fmla="*/ 3 h 17"/>
                  <a:gd name="T22" fmla="*/ 9 w 17"/>
                  <a:gd name="T23" fmla="*/ 3 h 17"/>
                  <a:gd name="T24" fmla="*/ 12 w 17"/>
                  <a:gd name="T25" fmla="*/ 6 h 17"/>
                  <a:gd name="T26" fmla="*/ 10 w 17"/>
                  <a:gd name="T27" fmla="*/ 9 h 17"/>
                  <a:gd name="T28" fmla="*/ 13 w 17"/>
                  <a:gd name="T29" fmla="*/ 13 h 17"/>
                  <a:gd name="T30" fmla="*/ 11 w 17"/>
                  <a:gd name="T31" fmla="*/ 13 h 17"/>
                  <a:gd name="T32" fmla="*/ 8 w 17"/>
                  <a:gd name="T33" fmla="*/ 9 h 17"/>
                  <a:gd name="T34" fmla="*/ 7 w 17"/>
                  <a:gd name="T35" fmla="*/ 9 h 17"/>
                  <a:gd name="T36" fmla="*/ 7 w 17"/>
                  <a:gd name="T37" fmla="*/ 13 h 17"/>
                  <a:gd name="T38" fmla="*/ 5 w 17"/>
                  <a:gd name="T39" fmla="*/ 13 h 17"/>
                  <a:gd name="T40" fmla="*/ 5 w 17"/>
                  <a:gd name="T41" fmla="*/ 3 h 17"/>
                  <a:gd name="T42" fmla="*/ 7 w 17"/>
                  <a:gd name="T43" fmla="*/ 8 h 17"/>
                  <a:gd name="T44" fmla="*/ 8 w 17"/>
                  <a:gd name="T45" fmla="*/ 8 h 17"/>
                  <a:gd name="T46" fmla="*/ 11 w 17"/>
                  <a:gd name="T47" fmla="*/ 6 h 17"/>
                  <a:gd name="T48" fmla="*/ 9 w 17"/>
                  <a:gd name="T49" fmla="*/ 4 h 17"/>
                  <a:gd name="T50" fmla="*/ 7 w 17"/>
                  <a:gd name="T51" fmla="*/ 4 h 17"/>
                  <a:gd name="T52" fmla="*/ 7 w 17"/>
                  <a:gd name="T53"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17">
                    <a:moveTo>
                      <a:pt x="8" y="0"/>
                    </a:moveTo>
                    <a:cubicBezTo>
                      <a:pt x="13" y="0"/>
                      <a:pt x="17" y="3"/>
                      <a:pt x="17" y="8"/>
                    </a:cubicBezTo>
                    <a:cubicBezTo>
                      <a:pt x="17" y="13"/>
                      <a:pt x="13" y="17"/>
                      <a:pt x="8" y="17"/>
                    </a:cubicBezTo>
                    <a:cubicBezTo>
                      <a:pt x="4" y="17"/>
                      <a:pt x="0" y="13"/>
                      <a:pt x="0" y="8"/>
                    </a:cubicBezTo>
                    <a:cubicBezTo>
                      <a:pt x="0" y="3"/>
                      <a:pt x="4" y="0"/>
                      <a:pt x="8" y="0"/>
                    </a:cubicBezTo>
                    <a:close/>
                    <a:moveTo>
                      <a:pt x="8" y="16"/>
                    </a:moveTo>
                    <a:cubicBezTo>
                      <a:pt x="12" y="16"/>
                      <a:pt x="15" y="12"/>
                      <a:pt x="15" y="8"/>
                    </a:cubicBezTo>
                    <a:cubicBezTo>
                      <a:pt x="15" y="4"/>
                      <a:pt x="12" y="1"/>
                      <a:pt x="8" y="1"/>
                    </a:cubicBezTo>
                    <a:cubicBezTo>
                      <a:pt x="4" y="1"/>
                      <a:pt x="1" y="4"/>
                      <a:pt x="1" y="8"/>
                    </a:cubicBezTo>
                    <a:cubicBezTo>
                      <a:pt x="1" y="12"/>
                      <a:pt x="4" y="16"/>
                      <a:pt x="8" y="16"/>
                    </a:cubicBezTo>
                    <a:close/>
                    <a:moveTo>
                      <a:pt x="5" y="3"/>
                    </a:moveTo>
                    <a:cubicBezTo>
                      <a:pt x="9" y="3"/>
                      <a:pt x="9" y="3"/>
                      <a:pt x="9" y="3"/>
                    </a:cubicBezTo>
                    <a:cubicBezTo>
                      <a:pt x="11" y="3"/>
                      <a:pt x="12" y="4"/>
                      <a:pt x="12" y="6"/>
                    </a:cubicBezTo>
                    <a:cubicBezTo>
                      <a:pt x="12" y="8"/>
                      <a:pt x="11" y="9"/>
                      <a:pt x="10" y="9"/>
                    </a:cubicBezTo>
                    <a:cubicBezTo>
                      <a:pt x="13" y="13"/>
                      <a:pt x="13" y="13"/>
                      <a:pt x="13" y="13"/>
                    </a:cubicBezTo>
                    <a:cubicBezTo>
                      <a:pt x="11" y="13"/>
                      <a:pt x="11" y="13"/>
                      <a:pt x="11" y="13"/>
                    </a:cubicBezTo>
                    <a:cubicBezTo>
                      <a:pt x="8" y="9"/>
                      <a:pt x="8" y="9"/>
                      <a:pt x="8" y="9"/>
                    </a:cubicBezTo>
                    <a:cubicBezTo>
                      <a:pt x="7" y="9"/>
                      <a:pt x="7" y="9"/>
                      <a:pt x="7" y="9"/>
                    </a:cubicBezTo>
                    <a:cubicBezTo>
                      <a:pt x="7" y="13"/>
                      <a:pt x="7" y="13"/>
                      <a:pt x="7" y="13"/>
                    </a:cubicBezTo>
                    <a:cubicBezTo>
                      <a:pt x="5" y="13"/>
                      <a:pt x="5" y="13"/>
                      <a:pt x="5" y="13"/>
                    </a:cubicBezTo>
                    <a:lnTo>
                      <a:pt x="5" y="3"/>
                    </a:lnTo>
                    <a:close/>
                    <a:moveTo>
                      <a:pt x="7" y="8"/>
                    </a:moveTo>
                    <a:cubicBezTo>
                      <a:pt x="8" y="8"/>
                      <a:pt x="8" y="8"/>
                      <a:pt x="8" y="8"/>
                    </a:cubicBezTo>
                    <a:cubicBezTo>
                      <a:pt x="10" y="8"/>
                      <a:pt x="11" y="8"/>
                      <a:pt x="11" y="6"/>
                    </a:cubicBezTo>
                    <a:cubicBezTo>
                      <a:pt x="11" y="5"/>
                      <a:pt x="10" y="4"/>
                      <a:pt x="9" y="4"/>
                    </a:cubicBezTo>
                    <a:cubicBezTo>
                      <a:pt x="7" y="4"/>
                      <a:pt x="7" y="4"/>
                      <a:pt x="7" y="4"/>
                    </a:cubicBezTo>
                    <a:lnTo>
                      <a:pt x="7"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89" name="Footer_copyright"/>
          <p:cNvSpPr txBox="1">
            <a:spLocks/>
          </p:cNvSpPr>
          <p:nvPr userDrawn="1"/>
        </p:nvSpPr>
        <p:spPr>
          <a:xfrm>
            <a:off x="349590" y="6556248"/>
            <a:ext cx="3680903" cy="304221"/>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chemeClr val="bg1">
                    <a:lumMod val="75000"/>
                  </a:schemeClr>
                </a:solidFill>
              </a:rPr>
              <a:t>©2017 Check Point Software Technologies</a:t>
            </a:r>
            <a:r>
              <a:rPr lang="en-US" sz="1000" kern="0" baseline="0" dirty="0" smtClean="0">
                <a:solidFill>
                  <a:schemeClr val="bg1">
                    <a:lumMod val="75000"/>
                  </a:schemeClr>
                </a:solidFill>
              </a:rPr>
              <a:t> </a:t>
            </a:r>
            <a:r>
              <a:rPr lang="en-US" sz="1000" kern="0" dirty="0" smtClean="0">
                <a:solidFill>
                  <a:schemeClr val="bg1">
                    <a:lumMod val="75000"/>
                  </a:schemeClr>
                </a:solidFill>
              </a:rPr>
              <a:t>Ltd. </a:t>
            </a:r>
            <a:endParaRPr lang="en-US" sz="1000" kern="0" dirty="0">
              <a:solidFill>
                <a:schemeClr val="bg1">
                  <a:lumMod val="75000"/>
                </a:schemeClr>
              </a:solidFill>
            </a:endParaRPr>
          </a:p>
        </p:txBody>
      </p:sp>
      <p:sp>
        <p:nvSpPr>
          <p:cNvPr id="93" name="Date" hidden="1"/>
          <p:cNvSpPr>
            <a:spLocks noGrp="1"/>
          </p:cNvSpPr>
          <p:nvPr userDrawn="1">
            <p:ph type="dt" sz="half" idx="2"/>
          </p:nvPr>
        </p:nvSpPr>
        <p:spPr>
          <a:xfrm>
            <a:off x="609600" y="6356350"/>
            <a:ext cx="284321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5138E8-3F3E-4DC5-A5FA-50868B94627A}" type="datetimeFigureOut">
              <a:rPr lang="en-US" smtClean="0"/>
              <a:t>5/15/2017</a:t>
            </a:fld>
            <a:endParaRPr lang="en-US" dirty="0"/>
          </a:p>
        </p:txBody>
      </p:sp>
      <p:sp>
        <p:nvSpPr>
          <p:cNvPr id="16" name="Speaker name and date"/>
          <p:cNvSpPr>
            <a:spLocks noGrp="1"/>
          </p:cNvSpPr>
          <p:nvPr userDrawn="1">
            <p:ph type="subTitle" idx="1" hasCustomPrompt="1"/>
          </p:nvPr>
        </p:nvSpPr>
        <p:spPr>
          <a:xfrm>
            <a:off x="485693" y="5114995"/>
            <a:ext cx="5804989" cy="692595"/>
          </a:xfrm>
          <a:prstGeom prst="rect">
            <a:avLst/>
          </a:prstGeom>
        </p:spPr>
        <p:txBody>
          <a:bodyPr lIns="91440" tIns="45720" rIns="91440" bIns="45720" anchor="t" anchorCtr="0">
            <a:noAutofit/>
          </a:bodyPr>
          <a:lstStyle>
            <a:lvl1pPr marL="0" indent="0" algn="l">
              <a:lnSpc>
                <a:spcPts val="2666"/>
              </a:lnSpc>
              <a:spcBef>
                <a:spcPts val="0"/>
              </a:spcBef>
              <a:buNone/>
              <a:defRPr sz="2100" b="0" i="0">
                <a:solidFill>
                  <a:schemeClr val="bg1"/>
                </a:solidFill>
                <a:latin typeface="+mn-lt"/>
                <a:cs typeface="Arial" panose="020B0604020202020204" pitchFamily="34" charset="0"/>
              </a:defRPr>
            </a:lvl1pPr>
            <a:lvl2pPr marL="609361" indent="0" algn="ctr">
              <a:buNone/>
              <a:defRPr>
                <a:solidFill>
                  <a:schemeClr val="tx1">
                    <a:tint val="75000"/>
                  </a:schemeClr>
                </a:solidFill>
              </a:defRPr>
            </a:lvl2pPr>
            <a:lvl3pPr marL="1218732" indent="0" algn="ctr">
              <a:buNone/>
              <a:defRPr>
                <a:solidFill>
                  <a:schemeClr val="tx1">
                    <a:tint val="75000"/>
                  </a:schemeClr>
                </a:solidFill>
              </a:defRPr>
            </a:lvl3pPr>
            <a:lvl4pPr marL="1828097" indent="0" algn="ctr">
              <a:buNone/>
              <a:defRPr>
                <a:solidFill>
                  <a:schemeClr val="tx1">
                    <a:tint val="75000"/>
                  </a:schemeClr>
                </a:solidFill>
              </a:defRPr>
            </a:lvl4pPr>
            <a:lvl5pPr marL="2437467" indent="0" algn="ctr">
              <a:buNone/>
              <a:defRPr>
                <a:solidFill>
                  <a:schemeClr val="tx1">
                    <a:tint val="75000"/>
                  </a:schemeClr>
                </a:solidFill>
              </a:defRPr>
            </a:lvl5pPr>
            <a:lvl6pPr marL="3046828" indent="0" algn="ctr">
              <a:buNone/>
              <a:defRPr>
                <a:solidFill>
                  <a:schemeClr val="tx1">
                    <a:tint val="75000"/>
                  </a:schemeClr>
                </a:solidFill>
              </a:defRPr>
            </a:lvl6pPr>
            <a:lvl7pPr marL="3656199" indent="0" algn="ctr">
              <a:buNone/>
              <a:defRPr>
                <a:solidFill>
                  <a:schemeClr val="tx1">
                    <a:tint val="75000"/>
                  </a:schemeClr>
                </a:solidFill>
              </a:defRPr>
            </a:lvl7pPr>
            <a:lvl8pPr marL="4265564" indent="0" algn="ctr">
              <a:buNone/>
              <a:defRPr>
                <a:solidFill>
                  <a:schemeClr val="tx1">
                    <a:tint val="75000"/>
                  </a:schemeClr>
                </a:solidFill>
              </a:defRPr>
            </a:lvl8pPr>
            <a:lvl9pPr marL="4874933" indent="0" algn="ctr">
              <a:buNone/>
              <a:defRPr>
                <a:solidFill>
                  <a:schemeClr val="tx1">
                    <a:tint val="75000"/>
                  </a:schemeClr>
                </a:solidFill>
              </a:defRPr>
            </a:lvl9pPr>
          </a:lstStyle>
          <a:p>
            <a:r>
              <a:rPr lang="en-US" dirty="0" smtClean="0"/>
              <a:t>Speaker Name  | Speaker Title</a:t>
            </a:r>
          </a:p>
        </p:txBody>
      </p:sp>
      <p:sp>
        <p:nvSpPr>
          <p:cNvPr id="15" name="Sub-title"/>
          <p:cNvSpPr>
            <a:spLocks noGrp="1"/>
          </p:cNvSpPr>
          <p:nvPr userDrawn="1">
            <p:ph type="body" sz="quarter" idx="13" hasCustomPrompt="1"/>
          </p:nvPr>
        </p:nvSpPr>
        <p:spPr>
          <a:xfrm>
            <a:off x="478073" y="3229665"/>
            <a:ext cx="5804989" cy="968848"/>
          </a:xfrm>
          <a:prstGeom prst="rect">
            <a:avLst/>
          </a:prstGeom>
        </p:spPr>
        <p:txBody>
          <a:bodyPr lIns="91440" tIns="45720" rIns="91440" bIns="45720">
            <a:noAutofit/>
          </a:bodyPr>
          <a:lstStyle>
            <a:lvl1pPr marL="0" indent="0">
              <a:buFont typeface="Arial" panose="020B0604020202020204" pitchFamily="34" charset="0"/>
              <a:buNone/>
              <a:defRPr sz="3200" b="0" baseline="0">
                <a:solidFill>
                  <a:schemeClr val="bg1"/>
                </a:solidFill>
                <a:latin typeface="+mj-lt"/>
              </a:defRPr>
            </a:lvl1pPr>
            <a:lvl2pPr marL="541687" indent="0">
              <a:buNone/>
              <a:defRPr/>
            </a:lvl2pPr>
            <a:lvl3pPr marL="759622" indent="0">
              <a:buNone/>
              <a:defRPr/>
            </a:lvl3pPr>
            <a:lvl4pPr marL="918321" indent="0">
              <a:buNone/>
              <a:defRPr/>
            </a:lvl4pPr>
            <a:lvl5pPr marL="1068552" indent="0">
              <a:buNone/>
              <a:defRPr/>
            </a:lvl5pPr>
          </a:lstStyle>
          <a:p>
            <a:pPr lvl="0"/>
            <a:r>
              <a:rPr lang="en-GB" dirty="0" smtClean="0"/>
              <a:t>Presentation Subtitle</a:t>
            </a:r>
            <a:endParaRPr lang="en-GB" dirty="0"/>
          </a:p>
        </p:txBody>
      </p:sp>
      <p:sp>
        <p:nvSpPr>
          <p:cNvPr id="17" name="Title"/>
          <p:cNvSpPr>
            <a:spLocks noGrp="1"/>
          </p:cNvSpPr>
          <p:nvPr userDrawn="1">
            <p:ph type="body" sz="quarter" idx="14" hasCustomPrompt="1"/>
          </p:nvPr>
        </p:nvSpPr>
        <p:spPr>
          <a:xfrm>
            <a:off x="478073" y="2158451"/>
            <a:ext cx="5804989" cy="1071215"/>
          </a:xfrm>
          <a:prstGeom prst="rect">
            <a:avLst/>
          </a:prstGeom>
          <a:effectLst/>
        </p:spPr>
        <p:txBody>
          <a:bodyPr>
            <a:noAutofit/>
          </a:bodyPr>
          <a:lstStyle>
            <a:lvl1pPr marL="0" indent="0">
              <a:lnSpc>
                <a:spcPts val="4000"/>
              </a:lnSpc>
              <a:spcBef>
                <a:spcPts val="0"/>
              </a:spcBef>
              <a:buFontTx/>
              <a:buNone/>
              <a:defRPr sz="4000" b="1" cap="all" baseline="0">
                <a:solidFill>
                  <a:schemeClr val="bg1"/>
                </a:solidFill>
                <a:latin typeface="+mj-lt"/>
              </a:defRPr>
            </a:lvl1pPr>
          </a:lstStyle>
          <a:p>
            <a:pPr>
              <a:buClrTx/>
              <a:buSzTx/>
            </a:pPr>
            <a:r>
              <a:rPr lang="en-US" kern="0" dirty="0" smtClean="0"/>
              <a:t>PRESENTATION TITLE</a:t>
            </a:r>
          </a:p>
        </p:txBody>
      </p:sp>
      <p:sp>
        <p:nvSpPr>
          <p:cNvPr id="91" name="Footer_security classification" hidden="1"/>
          <p:cNvSpPr>
            <a:spLocks noGrp="1"/>
          </p:cNvSpPr>
          <p:nvPr userDrawn="1">
            <p:ph type="ftr" sz="quarter" idx="3"/>
          </p:nvPr>
        </p:nvSpPr>
        <p:spPr>
          <a:xfrm>
            <a:off x="4199964" y="6556248"/>
            <a:ext cx="3799400" cy="301752"/>
          </a:xfrm>
          <a:prstGeom prst="rect">
            <a:avLst/>
          </a:prstGeom>
        </p:spPr>
        <p:txBody>
          <a:bodyPr vert="horz" lIns="121899" tIns="60949" rIns="121899" bIns="60949" rtlCol="0" anchor="ctr"/>
          <a:lstStyle>
            <a:lvl1pPr algn="ctr">
              <a:defRPr sz="1000">
                <a:solidFill>
                  <a:schemeClr val="bg1">
                    <a:lumMod val="75000"/>
                  </a:schemeClr>
                </a:solidFill>
                <a:latin typeface="+mn-lt"/>
              </a:defRPr>
            </a:lvl1pPr>
          </a:lstStyle>
          <a:p>
            <a:endParaRPr lang="en-US" dirty="0"/>
          </a:p>
        </p:txBody>
      </p:sp>
    </p:spTree>
    <p:extLst>
      <p:ext uri="{BB962C8B-B14F-4D97-AF65-F5344CB8AC3E}">
        <p14:creationId xmlns:p14="http://schemas.microsoft.com/office/powerpoint/2010/main" val="3525657561"/>
      </p:ext>
    </p:extLst>
  </p:cSld>
  <p:clrMapOvr>
    <a:masterClrMapping/>
  </p:clrMapOvr>
  <p:transition>
    <p:fade/>
  </p:transition>
  <p:timing>
    <p:tnLst>
      <p:par>
        <p:cTn id="1" dur="indefinite" restart="never" nodeType="tmRoot"/>
      </p:par>
    </p:tnLst>
  </p:timing>
  <p:hf sldNum="0" hdr="0" ftr="0" dt="0"/>
  <p:extLst mod="1">
    <p:ext uri="{DCECCB84-F9BA-43D5-87BE-67443E8EF086}">
      <p15:sldGuideLst xmlns:p15="http://schemas.microsoft.com/office/powerpoint/2012/main" xmlns="">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Footer_security classification" hidden="1"/>
          <p:cNvSpPr>
            <a:spLocks noGrp="1"/>
          </p:cNvSpPr>
          <p:nvPr>
            <p:ph type="ftr" sz="quarter" idx="10"/>
          </p:nvPr>
        </p:nvSpPr>
        <p:spPr/>
        <p:txBody>
          <a:bodyPr/>
          <a:lstStyle/>
          <a:p>
            <a:endParaRPr lang="en-US" dirty="0"/>
          </a:p>
        </p:txBody>
      </p:sp>
      <p:sp>
        <p:nvSpPr>
          <p:cNvPr id="4" name="Date" hidden="1"/>
          <p:cNvSpPr>
            <a:spLocks noGrp="1"/>
          </p:cNvSpPr>
          <p:nvPr>
            <p:ph type="dt" sz="half" idx="11"/>
          </p:nvPr>
        </p:nvSpPr>
        <p:spPr/>
        <p:txBody>
          <a:bodyPr/>
          <a:lstStyle/>
          <a:p>
            <a:fld id="{285138E8-3F3E-4DC5-A5FA-50868B94627A}" type="datetimeFigureOut">
              <a:rPr lang="en-US" smtClean="0"/>
              <a:t>5/15/2017</a:t>
            </a:fld>
            <a:endParaRPr lang="en-US" dirty="0"/>
          </a:p>
        </p:txBody>
      </p:sp>
      <p:sp>
        <p:nvSpPr>
          <p:cNvPr id="6" name="Agenda list"/>
          <p:cNvSpPr>
            <a:spLocks noGrp="1"/>
          </p:cNvSpPr>
          <p:nvPr>
            <p:ph sz="quarter" idx="12"/>
          </p:nvPr>
        </p:nvSpPr>
        <p:spPr>
          <a:xfrm>
            <a:off x="2243780" y="1752898"/>
            <a:ext cx="9211620" cy="4163242"/>
          </a:xfrm>
        </p:spPr>
        <p:txBody>
          <a:bodyPr/>
          <a:lstStyle>
            <a:lvl1pPr marL="228600" indent="-228600">
              <a:lnSpc>
                <a:spcPct val="120000"/>
              </a:lnSpc>
              <a:buFont typeface="Calibri" panose="020F0502020204030204" pitchFamily="34" charset="0"/>
              <a:buChar char="•"/>
              <a:defRPr sz="2400">
                <a:solidFill>
                  <a:schemeClr val="tx2">
                    <a:lumMod val="75000"/>
                  </a:schemeClr>
                </a:solidFill>
              </a:defRPr>
            </a:lvl1pPr>
            <a:lvl2pPr marL="576072" indent="-228600">
              <a:buFont typeface="Calibri" panose="020F0502020204030204" pitchFamily="34" charset="0"/>
              <a:buChar char="̶"/>
              <a:defRPr>
                <a:solidFill>
                  <a:schemeClr val="tx2">
                    <a:lumMod val="75000"/>
                  </a:schemeClr>
                </a:solidFill>
              </a:defRPr>
            </a:lvl2pPr>
          </a:lstStyle>
          <a:p>
            <a:pPr lvl="0"/>
            <a:r>
              <a:rPr lang="en-US" smtClean="0"/>
              <a:t>Click to edit Master text styles</a:t>
            </a:r>
          </a:p>
          <a:p>
            <a:pPr lvl="1"/>
            <a:r>
              <a:rPr lang="en-US" smtClean="0"/>
              <a:t>Second level</a:t>
            </a:r>
          </a:p>
        </p:txBody>
      </p:sp>
      <p:sp>
        <p:nvSpPr>
          <p:cNvPr id="2" name="Slide Title"/>
          <p:cNvSpPr>
            <a:spLocks noGrp="1"/>
          </p:cNvSpPr>
          <p:nvPr>
            <p:ph type="title"/>
          </p:nvPr>
        </p:nvSpPr>
        <p:spPr>
          <a:xfrm>
            <a:off x="1166813" y="976680"/>
            <a:ext cx="8483330" cy="707289"/>
          </a:xfrm>
        </p:spPr>
        <p:txBody>
          <a:bodyPr/>
          <a:lstStyle>
            <a:lvl1pPr>
              <a:defRPr>
                <a:solidFill>
                  <a:schemeClr val="accent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721832947"/>
      </p:ext>
    </p:extLst>
  </p:cSld>
  <p:clrMapOvr>
    <a:masterClrMapping/>
  </p:clrMapOvr>
  <p:transition>
    <p:fade/>
  </p:transition>
  <p:timing>
    <p:tnLst>
      <p:par>
        <p:cTn id="1" dur="indefinite" restart="never" nodeType="tmRoot"/>
      </p:par>
    </p:tn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d title and bullets">
    <p:spTree>
      <p:nvGrpSpPr>
        <p:cNvPr id="1" name=""/>
        <p:cNvGrpSpPr/>
        <p:nvPr/>
      </p:nvGrpSpPr>
      <p:grpSpPr>
        <a:xfrm>
          <a:off x="0" y="0"/>
          <a:ext cx="0" cy="0"/>
          <a:chOff x="0" y="0"/>
          <a:chExt cx="0" cy="0"/>
        </a:xfrm>
      </p:grpSpPr>
      <p:sp>
        <p:nvSpPr>
          <p:cNvPr id="3" name="Footer_security classification" hidden="1"/>
          <p:cNvSpPr>
            <a:spLocks noGrp="1"/>
          </p:cNvSpPr>
          <p:nvPr>
            <p:ph type="ftr" sz="quarter" idx="10"/>
          </p:nvPr>
        </p:nvSpPr>
        <p:spPr/>
        <p:txBody>
          <a:bodyPr/>
          <a:lstStyle/>
          <a:p>
            <a:endParaRPr lang="en-US" dirty="0"/>
          </a:p>
        </p:txBody>
      </p:sp>
      <p:sp>
        <p:nvSpPr>
          <p:cNvPr id="4" name="Date" hidden="1"/>
          <p:cNvSpPr>
            <a:spLocks noGrp="1"/>
          </p:cNvSpPr>
          <p:nvPr>
            <p:ph type="dt" sz="quarter" idx="12"/>
          </p:nvPr>
        </p:nvSpPr>
        <p:spPr>
          <a:xfrm>
            <a:off x="609600" y="6356350"/>
            <a:ext cx="2843213" cy="365125"/>
          </a:xfrm>
          <a:prstGeom prst="rect">
            <a:avLst/>
          </a:prstGeom>
        </p:spPr>
        <p:txBody>
          <a:bodyPr/>
          <a:lstStyle/>
          <a:p>
            <a:fld id="{1C396E99-728E-4BC1-9827-5FA2D157E6FB}" type="datetimeFigureOut">
              <a:rPr lang="en-US" smtClean="0"/>
              <a:t>5/15/2017</a:t>
            </a:fld>
            <a:endParaRPr lang="en-US" dirty="0"/>
          </a:p>
        </p:txBody>
      </p:sp>
      <p:sp>
        <p:nvSpPr>
          <p:cNvPr id="13" name="Bullet text"/>
          <p:cNvSpPr>
            <a:spLocks noGrp="1"/>
          </p:cNvSpPr>
          <p:nvPr>
            <p:ph sz="quarter" idx="11"/>
          </p:nvPr>
        </p:nvSpPr>
        <p:spPr>
          <a:xfrm>
            <a:off x="583074" y="1457960"/>
            <a:ext cx="11000914" cy="4676140"/>
          </a:xfrm>
        </p:spPr>
        <p:txBody>
          <a:bodyPr/>
          <a:lstStyle/>
          <a:p>
            <a:pPr lvl="0"/>
            <a:r>
              <a:rPr lang="en-US" smtClean="0"/>
              <a:t>Click to edit Master text styles</a:t>
            </a:r>
          </a:p>
          <a:p>
            <a:pPr lvl="1"/>
            <a:r>
              <a:rPr lang="en-US" smtClean="0"/>
              <a:t>Second level</a:t>
            </a:r>
          </a:p>
          <a:p>
            <a:pPr lvl="2"/>
            <a:r>
              <a:rPr lang="en-US" smtClean="0"/>
              <a:t>Third level</a:t>
            </a:r>
          </a:p>
        </p:txBody>
      </p:sp>
      <p:sp>
        <p:nvSpPr>
          <p:cNvPr id="2" name="Slide Title"/>
          <p:cNvSpPr>
            <a:spLocks noGrp="1"/>
          </p:cNvSpPr>
          <p:nvPr>
            <p:ph type="title"/>
          </p:nvPr>
        </p:nvSpPr>
        <p:spPr>
          <a:xfrm>
            <a:off x="583842" y="460552"/>
            <a:ext cx="9857339" cy="923748"/>
          </a:xfrm>
        </p:spPr>
        <p:txBody>
          <a:bodyPr/>
          <a:lstStyle>
            <a:lvl1pPr>
              <a:defRPr>
                <a:solidFill>
                  <a:schemeClr val="accent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390263407"/>
      </p:ext>
    </p:extLst>
  </p:cSld>
  <p:clrMapOvr>
    <a:masterClrMapping/>
  </p:clrMapOvr>
  <p:transition>
    <p:fade/>
  </p:transition>
  <p:timing>
    <p:tnLst>
      <p:par>
        <p:cTn id="1" dur="indefinite" restart="never" nodeType="tmRoot"/>
      </p:par>
    </p:tn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Bullets_2 columns">
    <p:spTree>
      <p:nvGrpSpPr>
        <p:cNvPr id="1" name=""/>
        <p:cNvGrpSpPr/>
        <p:nvPr/>
      </p:nvGrpSpPr>
      <p:grpSpPr>
        <a:xfrm>
          <a:off x="0" y="0"/>
          <a:ext cx="0" cy="0"/>
          <a:chOff x="0" y="0"/>
          <a:chExt cx="0" cy="0"/>
        </a:xfrm>
      </p:grpSpPr>
      <p:sp>
        <p:nvSpPr>
          <p:cNvPr id="3" name="Footer_security classification" hidden="1"/>
          <p:cNvSpPr>
            <a:spLocks noGrp="1"/>
          </p:cNvSpPr>
          <p:nvPr>
            <p:ph type="ftr" sz="quarter" idx="10"/>
          </p:nvPr>
        </p:nvSpPr>
        <p:spPr/>
        <p:txBody>
          <a:bodyPr/>
          <a:lstStyle/>
          <a:p>
            <a:endParaRPr lang="en-US" dirty="0"/>
          </a:p>
        </p:txBody>
      </p:sp>
      <p:sp>
        <p:nvSpPr>
          <p:cNvPr id="4" name="Date" hidden="1"/>
          <p:cNvSpPr>
            <a:spLocks noGrp="1"/>
          </p:cNvSpPr>
          <p:nvPr>
            <p:ph type="dt" sz="half" idx="11"/>
          </p:nvPr>
        </p:nvSpPr>
        <p:spPr/>
        <p:txBody>
          <a:bodyPr/>
          <a:lstStyle/>
          <a:p>
            <a:fld id="{285138E8-3F3E-4DC5-A5FA-50868B94627A}" type="datetimeFigureOut">
              <a:rPr lang="en-US" smtClean="0"/>
              <a:t>5/15/2017</a:t>
            </a:fld>
            <a:endParaRPr lang="en-US" dirty="0"/>
          </a:p>
        </p:txBody>
      </p:sp>
      <p:sp>
        <p:nvSpPr>
          <p:cNvPr id="2" name="Slide Title"/>
          <p:cNvSpPr>
            <a:spLocks noGrp="1"/>
          </p:cNvSpPr>
          <p:nvPr>
            <p:ph type="title"/>
          </p:nvPr>
        </p:nvSpPr>
        <p:spPr>
          <a:xfrm>
            <a:off x="583842" y="460552"/>
            <a:ext cx="9857339" cy="914400"/>
          </a:xfrm>
        </p:spPr>
        <p:txBody>
          <a:bodyPr/>
          <a:lstStyle/>
          <a:p>
            <a:r>
              <a:rPr lang="en-US" smtClean="0"/>
              <a:t>Click to edit Master title style</a:t>
            </a:r>
            <a:endParaRPr lang="en-US" dirty="0"/>
          </a:p>
        </p:txBody>
      </p:sp>
      <p:sp>
        <p:nvSpPr>
          <p:cNvPr id="7" name="Bullet text_left"/>
          <p:cNvSpPr>
            <a:spLocks noGrp="1"/>
          </p:cNvSpPr>
          <p:nvPr>
            <p:ph sz="half" idx="2"/>
          </p:nvPr>
        </p:nvSpPr>
        <p:spPr>
          <a:xfrm>
            <a:off x="583842" y="1525588"/>
            <a:ext cx="5120640" cy="4533380"/>
          </a:xfrm>
          <a:prstGeom prst="rect">
            <a:avLst/>
          </a:prstGeom>
        </p:spPr>
        <p:txBody>
          <a:bodyPr lIns="91440" tIns="45720" rIns="91440" bIns="45720">
            <a:noAutofit/>
          </a:bodyPr>
          <a:lstStyle>
            <a:lvl1pPr marL="228600" indent="-228600">
              <a:lnSpc>
                <a:spcPct val="95000"/>
              </a:lnSpc>
              <a:spcBef>
                <a:spcPts val="1000"/>
              </a:spcBef>
              <a:buClr>
                <a:schemeClr val="accent1"/>
              </a:buClr>
              <a:buSzPct val="85000"/>
              <a:buFont typeface="Calibri" panose="020F0502020204030204" pitchFamily="34" charset="0"/>
              <a:buChar char="•"/>
              <a:defRPr sz="2400">
                <a:solidFill>
                  <a:schemeClr val="tx1"/>
                </a:solidFill>
              </a:defRPr>
            </a:lvl1pPr>
            <a:lvl2pPr marL="475488" indent="-228600">
              <a:lnSpc>
                <a:spcPct val="95000"/>
              </a:lnSpc>
              <a:spcBef>
                <a:spcPts val="800"/>
              </a:spcBef>
              <a:buClr>
                <a:schemeClr val="accent1"/>
              </a:buClr>
              <a:buFont typeface="Calibri" panose="020F0502020204030204" pitchFamily="34" charset="0"/>
              <a:buChar char="–"/>
              <a:defRPr sz="2000">
                <a:solidFill>
                  <a:schemeClr val="tx1"/>
                </a:solidFill>
              </a:defRPr>
            </a:lvl2pPr>
            <a:lvl3pPr marL="704088" indent="-155448">
              <a:lnSpc>
                <a:spcPct val="95000"/>
              </a:lnSpc>
              <a:spcBef>
                <a:spcPts val="800"/>
              </a:spcBef>
              <a:buClr>
                <a:schemeClr val="accent1"/>
              </a:buClr>
              <a:buFont typeface="Calibri" panose="020F0502020204030204" pitchFamily="34" charset="0"/>
              <a:buChar char="̶"/>
              <a:defRPr sz="1800">
                <a:solidFill>
                  <a:schemeClr val="tx1"/>
                </a:solidFill>
              </a:defRPr>
            </a:lvl3pPr>
            <a:lvl4pPr marL="905256" indent="-155448">
              <a:lnSpc>
                <a:spcPct val="95000"/>
              </a:lnSpc>
              <a:spcBef>
                <a:spcPts val="800"/>
              </a:spcBef>
              <a:buClr>
                <a:schemeClr val="accent1"/>
              </a:buClr>
              <a:buFont typeface="Calibri" panose="020F0502020204030204" pitchFamily="34" charset="0"/>
              <a:buChar char="̶"/>
              <a:defRPr sz="1600">
                <a:solidFill>
                  <a:schemeClr val="tx1"/>
                </a:solidFill>
              </a:defRPr>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9" name="Bullet text_left"/>
          <p:cNvSpPr>
            <a:spLocks noGrp="1"/>
          </p:cNvSpPr>
          <p:nvPr>
            <p:ph sz="half" idx="12"/>
          </p:nvPr>
        </p:nvSpPr>
        <p:spPr>
          <a:xfrm>
            <a:off x="6500813" y="1525588"/>
            <a:ext cx="5120640" cy="4533380"/>
          </a:xfrm>
          <a:prstGeom prst="rect">
            <a:avLst/>
          </a:prstGeom>
        </p:spPr>
        <p:txBody>
          <a:bodyPr lIns="91440" tIns="45720" rIns="91440" bIns="45720">
            <a:noAutofit/>
          </a:bodyPr>
          <a:lstStyle>
            <a:lvl1pPr marL="228600" indent="-228600">
              <a:lnSpc>
                <a:spcPct val="95000"/>
              </a:lnSpc>
              <a:spcBef>
                <a:spcPts val="1000"/>
              </a:spcBef>
              <a:buClr>
                <a:schemeClr val="accent1"/>
              </a:buClr>
              <a:buSzPct val="85000"/>
              <a:buFont typeface="Calibri" panose="020F0502020204030204" pitchFamily="34" charset="0"/>
              <a:buChar char="•"/>
              <a:defRPr sz="2400">
                <a:solidFill>
                  <a:schemeClr val="tx1"/>
                </a:solidFill>
              </a:defRPr>
            </a:lvl1pPr>
            <a:lvl2pPr marL="475488" indent="-228600">
              <a:lnSpc>
                <a:spcPct val="95000"/>
              </a:lnSpc>
              <a:spcBef>
                <a:spcPts val="800"/>
              </a:spcBef>
              <a:buClr>
                <a:schemeClr val="accent1"/>
              </a:buClr>
              <a:buFont typeface="Calibri" panose="020F0502020204030204" pitchFamily="34" charset="0"/>
              <a:buChar char="–"/>
              <a:defRPr sz="2000">
                <a:solidFill>
                  <a:schemeClr val="tx1"/>
                </a:solidFill>
              </a:defRPr>
            </a:lvl2pPr>
            <a:lvl3pPr marL="704088" indent="-155448">
              <a:lnSpc>
                <a:spcPct val="95000"/>
              </a:lnSpc>
              <a:spcBef>
                <a:spcPts val="800"/>
              </a:spcBef>
              <a:buClr>
                <a:schemeClr val="accent1"/>
              </a:buClr>
              <a:buFont typeface="Calibri" panose="020F0502020204030204" pitchFamily="34" charset="0"/>
              <a:buChar char="̶"/>
              <a:defRPr sz="1800">
                <a:solidFill>
                  <a:schemeClr val="tx1"/>
                </a:solidFill>
              </a:defRPr>
            </a:lvl3pPr>
            <a:lvl4pPr marL="905256" indent="-155448">
              <a:lnSpc>
                <a:spcPct val="95000"/>
              </a:lnSpc>
              <a:spcBef>
                <a:spcPts val="800"/>
              </a:spcBef>
              <a:buClr>
                <a:schemeClr val="accent1"/>
              </a:buClr>
              <a:buFont typeface="Calibri" panose="020F0502020204030204" pitchFamily="34" charset="0"/>
              <a:buChar char="̶"/>
              <a:defRPr sz="1600">
                <a:solidFill>
                  <a:schemeClr val="tx1"/>
                </a:solidFill>
              </a:defRPr>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17431086"/>
      </p:ext>
    </p:extLst>
  </p:cSld>
  <p:clrMapOvr>
    <a:masterClrMapping/>
  </p:clrMapOvr>
  <p:transition>
    <p:fade/>
  </p:transition>
  <p:timing>
    <p:tnLst>
      <p:par>
        <p:cTn id="1" dur="indefinite" restart="never" nodeType="tmRoot"/>
      </p:par>
    </p:tn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Subtitle+ Bullets_3 Columns">
    <p:spTree>
      <p:nvGrpSpPr>
        <p:cNvPr id="1" name=""/>
        <p:cNvGrpSpPr/>
        <p:nvPr/>
      </p:nvGrpSpPr>
      <p:grpSpPr>
        <a:xfrm>
          <a:off x="0" y="0"/>
          <a:ext cx="0" cy="0"/>
          <a:chOff x="0" y="0"/>
          <a:chExt cx="0" cy="0"/>
        </a:xfrm>
      </p:grpSpPr>
      <p:sp>
        <p:nvSpPr>
          <p:cNvPr id="3" name="Footer_security classification" hidden="1"/>
          <p:cNvSpPr>
            <a:spLocks noGrp="1"/>
          </p:cNvSpPr>
          <p:nvPr>
            <p:ph type="ftr" sz="quarter" idx="10"/>
          </p:nvPr>
        </p:nvSpPr>
        <p:spPr/>
        <p:txBody>
          <a:bodyPr/>
          <a:lstStyle/>
          <a:p>
            <a:endParaRPr lang="en-US" dirty="0"/>
          </a:p>
        </p:txBody>
      </p:sp>
      <p:sp>
        <p:nvSpPr>
          <p:cNvPr id="4" name="Date" hidden="1"/>
          <p:cNvSpPr>
            <a:spLocks noGrp="1"/>
          </p:cNvSpPr>
          <p:nvPr>
            <p:ph type="dt" sz="half" idx="11"/>
          </p:nvPr>
        </p:nvSpPr>
        <p:spPr/>
        <p:txBody>
          <a:bodyPr/>
          <a:lstStyle/>
          <a:p>
            <a:fld id="{285138E8-3F3E-4DC5-A5FA-50868B94627A}" type="datetimeFigureOut">
              <a:rPr lang="en-US" smtClean="0"/>
              <a:t>5/15/2017</a:t>
            </a:fld>
            <a:endParaRPr lang="en-US" dirty="0"/>
          </a:p>
        </p:txBody>
      </p:sp>
      <p:sp>
        <p:nvSpPr>
          <p:cNvPr id="13" name="Sub-title_column 3"/>
          <p:cNvSpPr>
            <a:spLocks noGrp="1"/>
          </p:cNvSpPr>
          <p:nvPr userDrawn="1">
            <p:ph type="body" sz="quarter" idx="16"/>
          </p:nvPr>
        </p:nvSpPr>
        <p:spPr>
          <a:xfrm>
            <a:off x="8289002" y="1525707"/>
            <a:ext cx="3345117" cy="776499"/>
          </a:xfrm>
          <a:prstGeom prst="rect">
            <a:avLst/>
          </a:prstGeom>
        </p:spPr>
        <p:txBody>
          <a:bodyPr lIns="91440" tIns="45720" rIns="91440" bIns="45720" anchor="t" anchorCtr="0">
            <a:noAutofit/>
          </a:bodyPr>
          <a:lstStyle>
            <a:lvl1pPr marL="0" indent="0">
              <a:lnSpc>
                <a:spcPct val="85000"/>
              </a:lnSpc>
              <a:buNone/>
              <a:defRPr sz="2800">
                <a:solidFill>
                  <a:schemeClr val="accent1"/>
                </a:solidFill>
              </a:defRPr>
            </a:lvl1pPr>
          </a:lstStyle>
          <a:p>
            <a:pPr lvl="0"/>
            <a:r>
              <a:rPr lang="en-US" smtClean="0"/>
              <a:t>Click to edit Master text styles</a:t>
            </a:r>
          </a:p>
        </p:txBody>
      </p:sp>
      <p:sp>
        <p:nvSpPr>
          <p:cNvPr id="11" name="Sub-title_column 2"/>
          <p:cNvSpPr>
            <a:spLocks noGrp="1"/>
          </p:cNvSpPr>
          <p:nvPr userDrawn="1">
            <p:ph type="body" sz="quarter" idx="14"/>
          </p:nvPr>
        </p:nvSpPr>
        <p:spPr>
          <a:xfrm>
            <a:off x="4438649" y="1525707"/>
            <a:ext cx="3374116" cy="776499"/>
          </a:xfrm>
          <a:prstGeom prst="rect">
            <a:avLst/>
          </a:prstGeom>
        </p:spPr>
        <p:txBody>
          <a:bodyPr lIns="91440" tIns="45720" rIns="91440" bIns="45720" anchor="t" anchorCtr="0">
            <a:noAutofit/>
          </a:bodyPr>
          <a:lstStyle>
            <a:lvl1pPr marL="0" indent="0">
              <a:lnSpc>
                <a:spcPct val="85000"/>
              </a:lnSpc>
              <a:buNone/>
              <a:defRPr sz="2800">
                <a:solidFill>
                  <a:schemeClr val="accent1"/>
                </a:solidFill>
              </a:defRPr>
            </a:lvl1pPr>
          </a:lstStyle>
          <a:p>
            <a:pPr lvl="0"/>
            <a:r>
              <a:rPr lang="en-US" smtClean="0"/>
              <a:t>Click to edit Master text styles</a:t>
            </a:r>
          </a:p>
        </p:txBody>
      </p:sp>
      <p:sp>
        <p:nvSpPr>
          <p:cNvPr id="6" name="Sub-title_column 1"/>
          <p:cNvSpPr>
            <a:spLocks noGrp="1"/>
          </p:cNvSpPr>
          <p:nvPr>
            <p:ph type="body" sz="quarter" idx="12"/>
          </p:nvPr>
        </p:nvSpPr>
        <p:spPr>
          <a:xfrm>
            <a:off x="584737" y="1525707"/>
            <a:ext cx="3402012" cy="776499"/>
          </a:xfrm>
          <a:prstGeom prst="rect">
            <a:avLst/>
          </a:prstGeom>
        </p:spPr>
        <p:txBody>
          <a:bodyPr lIns="91440" tIns="45720" rIns="91440" bIns="45720" anchor="t" anchorCtr="0">
            <a:noAutofit/>
          </a:bodyPr>
          <a:lstStyle>
            <a:lvl1pPr marL="0" indent="0">
              <a:lnSpc>
                <a:spcPct val="85000"/>
              </a:lnSpc>
              <a:buNone/>
              <a:defRPr sz="2800">
                <a:solidFill>
                  <a:schemeClr val="accent1"/>
                </a:solidFill>
              </a:defRPr>
            </a:lvl1pPr>
          </a:lstStyle>
          <a:p>
            <a:pPr lvl="0"/>
            <a:r>
              <a:rPr lang="en-US" smtClean="0"/>
              <a:t>Click to edit Master text styles</a:t>
            </a:r>
          </a:p>
        </p:txBody>
      </p:sp>
      <p:sp>
        <p:nvSpPr>
          <p:cNvPr id="2" name="Slide Title"/>
          <p:cNvSpPr>
            <a:spLocks noGrp="1"/>
          </p:cNvSpPr>
          <p:nvPr>
            <p:ph type="title"/>
          </p:nvPr>
        </p:nvSpPr>
        <p:spPr>
          <a:xfrm>
            <a:off x="585216" y="460552"/>
            <a:ext cx="9857339" cy="914400"/>
          </a:xfrm>
        </p:spPr>
        <p:txBody>
          <a:bodyPr/>
          <a:lstStyle>
            <a:lvl1pPr>
              <a:defRPr/>
            </a:lvl1pPr>
          </a:lstStyle>
          <a:p>
            <a:r>
              <a:rPr lang="en-US" smtClean="0"/>
              <a:t>Click to edit Master title style</a:t>
            </a:r>
            <a:endParaRPr lang="en-US" dirty="0"/>
          </a:p>
        </p:txBody>
      </p:sp>
      <p:sp>
        <p:nvSpPr>
          <p:cNvPr id="14" name="Text_column 2"/>
          <p:cNvSpPr>
            <a:spLocks noGrp="1"/>
          </p:cNvSpPr>
          <p:nvPr>
            <p:ph sz="half" idx="20"/>
          </p:nvPr>
        </p:nvSpPr>
        <p:spPr>
          <a:xfrm>
            <a:off x="582848" y="2560972"/>
            <a:ext cx="3337560" cy="3601231"/>
          </a:xfrm>
          <a:prstGeom prst="rect">
            <a:avLst/>
          </a:prstGeom>
        </p:spPr>
        <p:txBody>
          <a:bodyPr lIns="91440" tIns="91440" rIns="91440" bIns="91440">
            <a:noAutofit/>
          </a:bodyPr>
          <a:lstStyle>
            <a:lvl1pPr marL="228600" indent="-228600">
              <a:lnSpc>
                <a:spcPct val="95000"/>
              </a:lnSpc>
              <a:spcBef>
                <a:spcPts val="1000"/>
              </a:spcBef>
              <a:buClr>
                <a:schemeClr val="accent1"/>
              </a:buClr>
              <a:buSzPct val="85000"/>
              <a:buFont typeface="Calibri" panose="020F0502020204030204" pitchFamily="34" charset="0"/>
              <a:buChar char="•"/>
              <a:defRPr sz="2000">
                <a:solidFill>
                  <a:schemeClr val="tx1"/>
                </a:solidFill>
              </a:defRPr>
            </a:lvl1pPr>
            <a:lvl2pPr marL="475488" indent="-228600">
              <a:lnSpc>
                <a:spcPct val="95000"/>
              </a:lnSpc>
              <a:spcBef>
                <a:spcPts val="800"/>
              </a:spcBef>
              <a:buClr>
                <a:schemeClr val="accent1"/>
              </a:buClr>
              <a:buFont typeface="Calibri" panose="020F0502020204030204" pitchFamily="34" charset="0"/>
              <a:buChar char="–"/>
              <a:defRPr sz="1800">
                <a:solidFill>
                  <a:schemeClr val="tx1"/>
                </a:solidFill>
              </a:defRPr>
            </a:lvl2pPr>
            <a:lvl3pPr marL="685800" indent="-155448">
              <a:lnSpc>
                <a:spcPct val="95000"/>
              </a:lnSpc>
              <a:spcBef>
                <a:spcPts val="800"/>
              </a:spcBef>
              <a:buClr>
                <a:schemeClr val="accent1"/>
              </a:buClr>
              <a:buFont typeface="Calibri" panose="020F0502020204030204" pitchFamily="34" charset="0"/>
              <a:buChar char="̶"/>
              <a:tabLst>
                <a:tab pos="688975" algn="l"/>
              </a:tabLst>
              <a:defRPr sz="1600">
                <a:solidFill>
                  <a:schemeClr val="tx1"/>
                </a:solidFill>
              </a:defRPr>
            </a:lvl3pPr>
            <a:lvl4pPr marL="886968" indent="-155448">
              <a:lnSpc>
                <a:spcPct val="95000"/>
              </a:lnSpc>
              <a:spcBef>
                <a:spcPts val="800"/>
              </a:spcBef>
              <a:buClr>
                <a:schemeClr val="accent1"/>
              </a:buClr>
              <a:buFont typeface="Calibri" panose="020F0502020204030204" pitchFamily="34" charset="0"/>
              <a:buChar char="̶"/>
              <a:defRPr sz="1400">
                <a:solidFill>
                  <a:schemeClr val="tx1"/>
                </a:solidFill>
              </a:defRPr>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6" name="Text_column 2"/>
          <p:cNvSpPr>
            <a:spLocks noGrp="1"/>
          </p:cNvSpPr>
          <p:nvPr>
            <p:ph sz="half" idx="21"/>
          </p:nvPr>
        </p:nvSpPr>
        <p:spPr>
          <a:xfrm>
            <a:off x="4434154" y="2560972"/>
            <a:ext cx="3337560" cy="3601231"/>
          </a:xfrm>
          <a:prstGeom prst="rect">
            <a:avLst/>
          </a:prstGeom>
        </p:spPr>
        <p:txBody>
          <a:bodyPr lIns="91440" tIns="91440" rIns="91440" bIns="91440">
            <a:noAutofit/>
          </a:bodyPr>
          <a:lstStyle>
            <a:lvl1pPr marL="228600" indent="-228600">
              <a:lnSpc>
                <a:spcPct val="95000"/>
              </a:lnSpc>
              <a:spcBef>
                <a:spcPts val="1000"/>
              </a:spcBef>
              <a:buClr>
                <a:schemeClr val="accent1"/>
              </a:buClr>
              <a:buSzPct val="85000"/>
              <a:buFont typeface="Calibri" panose="020F0502020204030204" pitchFamily="34" charset="0"/>
              <a:buChar char="•"/>
              <a:defRPr sz="2000">
                <a:solidFill>
                  <a:schemeClr val="tx1"/>
                </a:solidFill>
              </a:defRPr>
            </a:lvl1pPr>
            <a:lvl2pPr marL="475488" indent="-228600">
              <a:lnSpc>
                <a:spcPct val="95000"/>
              </a:lnSpc>
              <a:spcBef>
                <a:spcPts val="800"/>
              </a:spcBef>
              <a:buClr>
                <a:schemeClr val="accent1"/>
              </a:buClr>
              <a:buFont typeface="Calibri" panose="020F0502020204030204" pitchFamily="34" charset="0"/>
              <a:buChar char="–"/>
              <a:defRPr sz="1800">
                <a:solidFill>
                  <a:schemeClr val="tx1"/>
                </a:solidFill>
              </a:defRPr>
            </a:lvl2pPr>
            <a:lvl3pPr marL="685800" indent="-155448">
              <a:lnSpc>
                <a:spcPct val="95000"/>
              </a:lnSpc>
              <a:spcBef>
                <a:spcPts val="800"/>
              </a:spcBef>
              <a:buClr>
                <a:schemeClr val="accent1"/>
              </a:buClr>
              <a:buFont typeface="Calibri" panose="020F0502020204030204" pitchFamily="34" charset="0"/>
              <a:buChar char="̶"/>
              <a:tabLst>
                <a:tab pos="688975" algn="l"/>
              </a:tabLst>
              <a:defRPr sz="1600">
                <a:solidFill>
                  <a:schemeClr val="tx1"/>
                </a:solidFill>
              </a:defRPr>
            </a:lvl3pPr>
            <a:lvl4pPr marL="886968" indent="-155448">
              <a:lnSpc>
                <a:spcPct val="95000"/>
              </a:lnSpc>
              <a:spcBef>
                <a:spcPts val="800"/>
              </a:spcBef>
              <a:buClr>
                <a:schemeClr val="accent1"/>
              </a:buClr>
              <a:buFont typeface="Calibri" panose="020F0502020204030204" pitchFamily="34" charset="0"/>
              <a:buChar char="̶"/>
              <a:defRPr sz="1400">
                <a:solidFill>
                  <a:schemeClr val="tx1"/>
                </a:solidFill>
              </a:defRPr>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8" name="Text_column 2"/>
          <p:cNvSpPr>
            <a:spLocks noGrp="1"/>
          </p:cNvSpPr>
          <p:nvPr>
            <p:ph sz="half" idx="22"/>
          </p:nvPr>
        </p:nvSpPr>
        <p:spPr>
          <a:xfrm>
            <a:off x="8283370" y="2560972"/>
            <a:ext cx="3337560" cy="3601231"/>
          </a:xfrm>
          <a:prstGeom prst="rect">
            <a:avLst/>
          </a:prstGeom>
        </p:spPr>
        <p:txBody>
          <a:bodyPr lIns="91440" tIns="91440" rIns="91440" bIns="91440">
            <a:noAutofit/>
          </a:bodyPr>
          <a:lstStyle>
            <a:lvl1pPr marL="228600" indent="-228600">
              <a:lnSpc>
                <a:spcPct val="95000"/>
              </a:lnSpc>
              <a:spcBef>
                <a:spcPts val="1000"/>
              </a:spcBef>
              <a:buClr>
                <a:schemeClr val="accent1"/>
              </a:buClr>
              <a:buSzPct val="85000"/>
              <a:buFont typeface="Calibri" panose="020F0502020204030204" pitchFamily="34" charset="0"/>
              <a:buChar char="•"/>
              <a:defRPr sz="2000">
                <a:solidFill>
                  <a:schemeClr val="tx1"/>
                </a:solidFill>
              </a:defRPr>
            </a:lvl1pPr>
            <a:lvl2pPr marL="475488" indent="-228600">
              <a:lnSpc>
                <a:spcPct val="95000"/>
              </a:lnSpc>
              <a:spcBef>
                <a:spcPts val="800"/>
              </a:spcBef>
              <a:buClr>
                <a:schemeClr val="accent1"/>
              </a:buClr>
              <a:buFont typeface="Calibri" panose="020F0502020204030204" pitchFamily="34" charset="0"/>
              <a:buChar char="–"/>
              <a:defRPr sz="1800">
                <a:solidFill>
                  <a:schemeClr val="tx1"/>
                </a:solidFill>
              </a:defRPr>
            </a:lvl2pPr>
            <a:lvl3pPr marL="685800" indent="-155448">
              <a:lnSpc>
                <a:spcPct val="95000"/>
              </a:lnSpc>
              <a:spcBef>
                <a:spcPts val="800"/>
              </a:spcBef>
              <a:buClr>
                <a:schemeClr val="accent1"/>
              </a:buClr>
              <a:buFont typeface="Calibri" panose="020F0502020204030204" pitchFamily="34" charset="0"/>
              <a:buChar char="̶"/>
              <a:tabLst>
                <a:tab pos="688975" algn="l"/>
              </a:tabLst>
              <a:defRPr sz="1600">
                <a:solidFill>
                  <a:schemeClr val="tx1"/>
                </a:solidFill>
              </a:defRPr>
            </a:lvl3pPr>
            <a:lvl4pPr marL="886968" indent="-155448">
              <a:lnSpc>
                <a:spcPct val="95000"/>
              </a:lnSpc>
              <a:spcBef>
                <a:spcPts val="800"/>
              </a:spcBef>
              <a:buClr>
                <a:schemeClr val="accent1"/>
              </a:buClr>
              <a:buFont typeface="Calibri" panose="020F0502020204030204" pitchFamily="34" charset="0"/>
              <a:buChar char="̶"/>
              <a:defRPr sz="1400">
                <a:solidFill>
                  <a:schemeClr val="tx1"/>
                </a:solidFill>
              </a:defRPr>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899616874"/>
      </p:ext>
    </p:extLst>
  </p:cSld>
  <p:clrMapOvr>
    <a:masterClrMapping/>
  </p:clrMapOvr>
  <p:transition>
    <p:fade/>
  </p:transition>
  <p:timing>
    <p:tnLst>
      <p:par>
        <p:cTn id="1" dur="indefinite" restart="never" nodeType="tmRoot"/>
      </p:par>
    </p:tn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_security classification" hidden="1"/>
          <p:cNvSpPr>
            <a:spLocks noGrp="1"/>
          </p:cNvSpPr>
          <p:nvPr>
            <p:ph type="ftr" sz="quarter" idx="10"/>
          </p:nvPr>
        </p:nvSpPr>
        <p:spPr/>
        <p:txBody>
          <a:bodyPr/>
          <a:lstStyle/>
          <a:p>
            <a:endParaRPr lang="en-US" dirty="0"/>
          </a:p>
        </p:txBody>
      </p:sp>
      <p:sp>
        <p:nvSpPr>
          <p:cNvPr id="4" name="Date" hidden="1"/>
          <p:cNvSpPr>
            <a:spLocks noGrp="1"/>
          </p:cNvSpPr>
          <p:nvPr>
            <p:ph type="dt" sz="quarter" idx="12"/>
          </p:nvPr>
        </p:nvSpPr>
        <p:spPr>
          <a:xfrm>
            <a:off x="609600" y="6356350"/>
            <a:ext cx="2843213" cy="365125"/>
          </a:xfrm>
          <a:prstGeom prst="rect">
            <a:avLst/>
          </a:prstGeom>
        </p:spPr>
        <p:txBody>
          <a:bodyPr/>
          <a:lstStyle/>
          <a:p>
            <a:fld id="{1C396E99-728E-4BC1-9827-5FA2D157E6FB}" type="datetimeFigureOut">
              <a:rPr lang="en-US" smtClean="0"/>
              <a:t>5/15/2017</a:t>
            </a:fld>
            <a:endParaRPr lang="en-US" dirty="0"/>
          </a:p>
        </p:txBody>
      </p:sp>
      <p:sp>
        <p:nvSpPr>
          <p:cNvPr id="2" name="Slide Title"/>
          <p:cNvSpPr>
            <a:spLocks noGrp="1"/>
          </p:cNvSpPr>
          <p:nvPr>
            <p:ph type="title"/>
          </p:nvPr>
        </p:nvSpPr>
        <p:spPr>
          <a:xfrm>
            <a:off x="583842" y="460552"/>
            <a:ext cx="9857339" cy="923748"/>
          </a:xfrm>
        </p:spPr>
        <p:txBody>
          <a:bodyPr/>
          <a:lstStyle>
            <a:lvl1pPr>
              <a:defRPr>
                <a:solidFill>
                  <a:schemeClr val="accent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41042522"/>
      </p:ext>
    </p:extLst>
  </p:cSld>
  <p:clrMapOvr>
    <a:masterClrMapping/>
  </p:clrMapOvr>
  <p:transition>
    <p:fade/>
  </p:transition>
  <p:timing>
    <p:tnLst>
      <p:par>
        <p:cTn id="1" dur="indefinite" restart="never" nodeType="tmRoot"/>
      </p:par>
    </p:tn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
    <p:spTree>
      <p:nvGrpSpPr>
        <p:cNvPr id="1" name=""/>
        <p:cNvGrpSpPr/>
        <p:nvPr/>
      </p:nvGrpSpPr>
      <p:grpSpPr>
        <a:xfrm>
          <a:off x="0" y="0"/>
          <a:ext cx="0" cy="0"/>
          <a:chOff x="0" y="0"/>
          <a:chExt cx="0" cy="0"/>
        </a:xfrm>
      </p:grpSpPr>
      <p:sp>
        <p:nvSpPr>
          <p:cNvPr id="4" name="Date" hidden="1"/>
          <p:cNvSpPr>
            <a:spLocks noGrp="1"/>
          </p:cNvSpPr>
          <p:nvPr>
            <p:ph type="dt" sz="half" idx="11"/>
          </p:nvPr>
        </p:nvSpPr>
        <p:spPr/>
        <p:txBody>
          <a:bodyPr/>
          <a:lstStyle/>
          <a:p>
            <a:fld id="{285138E8-3F3E-4DC5-A5FA-50868B94627A}" type="datetimeFigureOut">
              <a:rPr lang="en-US" smtClean="0"/>
              <a:t>5/15/2017</a:t>
            </a:fld>
            <a:endParaRPr lang="en-US" dirty="0"/>
          </a:p>
        </p:txBody>
      </p:sp>
      <p:sp>
        <p:nvSpPr>
          <p:cNvPr id="13" name="Footer_security classification" hidden="1"/>
          <p:cNvSpPr>
            <a:spLocks noGrp="1"/>
          </p:cNvSpPr>
          <p:nvPr>
            <p:ph type="ftr" sz="quarter" idx="3"/>
          </p:nvPr>
        </p:nvSpPr>
        <p:spPr>
          <a:xfrm>
            <a:off x="4199964" y="6556248"/>
            <a:ext cx="3799400" cy="301752"/>
          </a:xfrm>
          <a:prstGeom prst="rect">
            <a:avLst/>
          </a:prstGeom>
        </p:spPr>
        <p:txBody>
          <a:bodyPr vert="horz" lIns="121899" tIns="60949" rIns="121899" bIns="60949" rtlCol="0" anchor="ctr"/>
          <a:lstStyle>
            <a:lvl1pPr algn="ctr">
              <a:defRPr sz="1000">
                <a:solidFill>
                  <a:schemeClr val="accent1"/>
                </a:solidFill>
                <a:latin typeface="+mn-lt"/>
              </a:defRPr>
            </a:lvl1pPr>
          </a:lstStyle>
          <a:p>
            <a:endParaRPr lang="en-US" dirty="0"/>
          </a:p>
        </p:txBody>
      </p:sp>
    </p:spTree>
    <p:extLst>
      <p:ext uri="{BB962C8B-B14F-4D97-AF65-F5344CB8AC3E}">
        <p14:creationId xmlns:p14="http://schemas.microsoft.com/office/powerpoint/2010/main" val="2766487940"/>
      </p:ext>
    </p:extLst>
  </p:cSld>
  <p:clrMapOvr>
    <a:masterClrMapping/>
  </p:clrMapOvr>
  <p:transition>
    <p:fade/>
  </p:transition>
  <p:timing>
    <p:tnLst>
      <p:par>
        <p:cTn id="1" dur="indefinite" restart="never" nodeType="tmRoot"/>
      </p:par>
    </p:tn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Bullets+Half Page Quote">
    <p:spTree>
      <p:nvGrpSpPr>
        <p:cNvPr id="1" name=""/>
        <p:cNvGrpSpPr/>
        <p:nvPr/>
      </p:nvGrpSpPr>
      <p:grpSpPr>
        <a:xfrm>
          <a:off x="0" y="0"/>
          <a:ext cx="0" cy="0"/>
          <a:chOff x="0" y="0"/>
          <a:chExt cx="0" cy="0"/>
        </a:xfrm>
      </p:grpSpPr>
      <p:grpSp>
        <p:nvGrpSpPr>
          <p:cNvPr id="5" name="Pink Background"/>
          <p:cNvGrpSpPr/>
          <p:nvPr userDrawn="1"/>
        </p:nvGrpSpPr>
        <p:grpSpPr>
          <a:xfrm>
            <a:off x="6127749" y="1639737"/>
            <a:ext cx="6067112" cy="3810151"/>
            <a:chOff x="6127749" y="1639737"/>
            <a:chExt cx="6067112" cy="3785633"/>
          </a:xfrm>
        </p:grpSpPr>
        <p:sp>
          <p:nvSpPr>
            <p:cNvPr id="12" name="Pink: 43%"/>
            <p:cNvSpPr/>
            <p:nvPr userDrawn="1"/>
          </p:nvSpPr>
          <p:spPr bwMode="gray">
            <a:xfrm>
              <a:off x="10782300" y="1639737"/>
              <a:ext cx="689705" cy="3783164"/>
            </a:xfrm>
            <a:prstGeom prst="rect">
              <a:avLst/>
            </a:prstGeom>
            <a:solidFill>
              <a:srgbClr val="E45785">
                <a:alpha val="56863"/>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SzPct val="115000"/>
              </a:pPr>
              <a:endParaRPr lang="en-US" sz="3200" dirty="0" smtClean="0">
                <a:latin typeface="+mn-lt"/>
              </a:endParaRPr>
            </a:p>
          </p:txBody>
        </p:sp>
        <p:sp>
          <p:nvSpPr>
            <p:cNvPr id="14" name="Background pink"/>
            <p:cNvSpPr/>
            <p:nvPr userDrawn="1"/>
          </p:nvSpPr>
          <p:spPr bwMode="auto">
            <a:xfrm>
              <a:off x="6127749" y="1639737"/>
              <a:ext cx="4991355" cy="3783164"/>
            </a:xfrm>
            <a:prstGeom prst="rect">
              <a:avLst/>
            </a:prstGeom>
            <a:solidFill>
              <a:schemeClr val="accent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SzPct val="115000"/>
              </a:pPr>
              <a:endParaRPr lang="en-US" sz="3200" dirty="0" smtClean="0">
                <a:latin typeface="+mn-lt"/>
              </a:endParaRPr>
            </a:p>
          </p:txBody>
        </p:sp>
        <p:sp>
          <p:nvSpPr>
            <p:cNvPr id="15" name="Pink: 54%"/>
            <p:cNvSpPr/>
            <p:nvPr userDrawn="1"/>
          </p:nvSpPr>
          <p:spPr bwMode="gray">
            <a:xfrm>
              <a:off x="10782300" y="1639737"/>
              <a:ext cx="1049449" cy="3783164"/>
            </a:xfrm>
            <a:prstGeom prst="rect">
              <a:avLst/>
            </a:prstGeom>
            <a:solidFill>
              <a:srgbClr val="E45785">
                <a:alpha val="45490"/>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SzPct val="115000"/>
              </a:pPr>
              <a:endParaRPr lang="en-US" sz="3200" dirty="0" smtClean="0">
                <a:latin typeface="+mn-lt"/>
              </a:endParaRPr>
            </a:p>
          </p:txBody>
        </p:sp>
        <p:sp>
          <p:nvSpPr>
            <p:cNvPr id="18" name="Pink:65%"/>
            <p:cNvSpPr/>
            <p:nvPr userDrawn="1"/>
          </p:nvSpPr>
          <p:spPr bwMode="gray">
            <a:xfrm>
              <a:off x="11017189" y="1642206"/>
              <a:ext cx="1177672" cy="3783164"/>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SzPct val="115000"/>
              </a:pPr>
              <a:r>
                <a:rPr lang="en-US" sz="3200" dirty="0" smtClean="0">
                  <a:latin typeface="+mn-lt"/>
                </a:rPr>
                <a:t> </a:t>
              </a:r>
            </a:p>
          </p:txBody>
        </p:sp>
      </p:grpSp>
      <p:sp>
        <p:nvSpPr>
          <p:cNvPr id="3" name="Footer_security classification" hidden="1"/>
          <p:cNvSpPr>
            <a:spLocks noGrp="1"/>
          </p:cNvSpPr>
          <p:nvPr userDrawn="1">
            <p:ph type="ftr" sz="quarter" idx="10"/>
          </p:nvPr>
        </p:nvSpPr>
        <p:spPr/>
        <p:txBody>
          <a:bodyPr/>
          <a:lstStyle/>
          <a:p>
            <a:endParaRPr lang="en-US" dirty="0"/>
          </a:p>
        </p:txBody>
      </p:sp>
      <p:sp>
        <p:nvSpPr>
          <p:cNvPr id="7" name="Date" hidden="1"/>
          <p:cNvSpPr>
            <a:spLocks noGrp="1"/>
          </p:cNvSpPr>
          <p:nvPr userDrawn="1">
            <p:ph type="dt" sz="quarter" idx="17"/>
          </p:nvPr>
        </p:nvSpPr>
        <p:spPr>
          <a:xfrm>
            <a:off x="609600" y="6356350"/>
            <a:ext cx="2843213" cy="365125"/>
          </a:xfrm>
          <a:prstGeom prst="rect">
            <a:avLst/>
          </a:prstGeom>
        </p:spPr>
        <p:txBody>
          <a:bodyPr/>
          <a:lstStyle/>
          <a:p>
            <a:fld id="{631CED19-27F7-4D05-847C-E59ED2A84874}" type="datetimeFigureOut">
              <a:rPr lang="en-US" smtClean="0"/>
              <a:t>5/15/2017</a:t>
            </a:fld>
            <a:endParaRPr lang="en-US" dirty="0"/>
          </a:p>
        </p:txBody>
      </p:sp>
      <p:sp>
        <p:nvSpPr>
          <p:cNvPr id="17" name="Credit text"/>
          <p:cNvSpPr>
            <a:spLocks noGrp="1"/>
          </p:cNvSpPr>
          <p:nvPr userDrawn="1">
            <p:ph type="body" sz="quarter" idx="14" hasCustomPrompt="1"/>
          </p:nvPr>
        </p:nvSpPr>
        <p:spPr bwMode="white">
          <a:xfrm>
            <a:off x="6478069" y="4736592"/>
            <a:ext cx="4395989" cy="338328"/>
          </a:xfrm>
          <a:prstGeom prst="rect">
            <a:avLst/>
          </a:prstGeom>
          <a:noFill/>
        </p:spPr>
        <p:txBody>
          <a:bodyPr wrap="square" lIns="91440" tIns="45720" rIns="91440" bIns="45720" anchor="ctr">
            <a:noAutofit/>
          </a:bodyPr>
          <a:lstStyle>
            <a:lvl1pPr marL="0" indent="0">
              <a:lnSpc>
                <a:spcPct val="100000"/>
              </a:lnSpc>
              <a:spcBef>
                <a:spcPts val="0"/>
              </a:spcBef>
              <a:buClr>
                <a:schemeClr val="tx2"/>
              </a:buClr>
              <a:buFontTx/>
              <a:buNone/>
              <a:defRPr sz="1600">
                <a:solidFill>
                  <a:schemeClr val="bg1"/>
                </a:solidFill>
                <a:latin typeface="+mn-lt"/>
                <a:cs typeface="Arial" panose="020B0604020202020204" pitchFamily="34" charset="0"/>
              </a:defRPr>
            </a:lvl1pPr>
          </a:lstStyle>
          <a:p>
            <a:pPr lvl="0"/>
            <a:r>
              <a:rPr lang="en-US" dirty="0" smtClean="0"/>
              <a:t>Source Name</a:t>
            </a:r>
            <a:endParaRPr lang="en-US" dirty="0"/>
          </a:p>
        </p:txBody>
      </p:sp>
      <p:sp>
        <p:nvSpPr>
          <p:cNvPr id="16" name="Quote text"/>
          <p:cNvSpPr>
            <a:spLocks noGrp="1"/>
          </p:cNvSpPr>
          <p:nvPr userDrawn="1">
            <p:ph type="body" sz="quarter" idx="11"/>
          </p:nvPr>
        </p:nvSpPr>
        <p:spPr bwMode="white">
          <a:xfrm>
            <a:off x="6318303" y="2011680"/>
            <a:ext cx="4563058" cy="2440001"/>
          </a:xfrm>
          <a:prstGeom prst="rect">
            <a:avLst/>
          </a:prstGeom>
        </p:spPr>
        <p:txBody>
          <a:bodyPr lIns="91440" tIns="45720" rIns="91440" bIns="45720" anchor="ctr">
            <a:noAutofit/>
          </a:bodyPr>
          <a:lstStyle>
            <a:lvl1pPr marL="152345" indent="-152345" algn="l" defTabSz="1218732" rtl="0" eaLnBrk="1" latinLnBrk="0" hangingPunct="1">
              <a:lnSpc>
                <a:spcPct val="95000"/>
              </a:lnSpc>
              <a:spcBef>
                <a:spcPts val="0"/>
              </a:spcBef>
              <a:buNone/>
              <a:defRPr lang="en-US" sz="2800" b="1" kern="1200" dirty="0" smtClean="0">
                <a:solidFill>
                  <a:schemeClr val="bg1"/>
                </a:solidFill>
                <a:latin typeface="+mn-lt"/>
                <a:ea typeface="+mn-ea"/>
                <a:cs typeface="Arial" panose="020B0604020202020204" pitchFamily="34" charset="0"/>
              </a:defRPr>
            </a:lvl1pPr>
            <a:lvl2pPr marL="152345" indent="-152345" algn="l" defTabSz="1218732" rtl="0" eaLnBrk="1" latinLnBrk="0" hangingPunct="1">
              <a:defRPr lang="en-US" sz="2700" kern="1200" dirty="0" smtClean="0">
                <a:solidFill>
                  <a:schemeClr val="accent2"/>
                </a:solidFill>
                <a:latin typeface="Ciscolight" pitchFamily="2" charset="0"/>
                <a:ea typeface="+mn-ea"/>
                <a:cs typeface="+mn-cs"/>
              </a:defRPr>
            </a:lvl2pPr>
            <a:lvl3pPr marL="152345" indent="-152345" algn="l" defTabSz="1218732" rtl="0" eaLnBrk="1" latinLnBrk="0" hangingPunct="1">
              <a:defRPr lang="en-US" sz="2700" kern="1200" dirty="0" smtClean="0">
                <a:solidFill>
                  <a:schemeClr val="accent2"/>
                </a:solidFill>
                <a:latin typeface="Ciscolight" pitchFamily="2" charset="0"/>
                <a:ea typeface="+mn-ea"/>
                <a:cs typeface="+mn-cs"/>
              </a:defRPr>
            </a:lvl3pPr>
            <a:lvl4pPr marL="152345" indent="-152345" algn="l" defTabSz="1218732" rtl="0" eaLnBrk="1" latinLnBrk="0" hangingPunct="1">
              <a:defRPr lang="en-US" sz="2700" kern="1200" dirty="0" smtClean="0">
                <a:solidFill>
                  <a:schemeClr val="accent2"/>
                </a:solidFill>
                <a:latin typeface="Ciscolight" pitchFamily="2" charset="0"/>
                <a:ea typeface="+mn-ea"/>
                <a:cs typeface="+mn-cs"/>
              </a:defRPr>
            </a:lvl4pPr>
            <a:lvl5pPr marL="152345" indent="-152345" algn="l" defTabSz="1218732" rtl="0" eaLnBrk="1" latinLnBrk="0" hangingPunct="1">
              <a:defRPr lang="en-US" sz="2700" kern="1200" dirty="0" smtClean="0">
                <a:solidFill>
                  <a:schemeClr val="accent2"/>
                </a:solidFill>
                <a:latin typeface="Ciscolight" pitchFamily="2" charset="0"/>
                <a:ea typeface="+mn-ea"/>
                <a:cs typeface="+mn-cs"/>
              </a:defRPr>
            </a:lvl5pPr>
          </a:lstStyle>
          <a:p>
            <a:pPr lvl="0"/>
            <a:r>
              <a:rPr lang="en-US" smtClean="0"/>
              <a:t>Click to edit Master text styles</a:t>
            </a:r>
          </a:p>
        </p:txBody>
      </p:sp>
      <p:sp>
        <p:nvSpPr>
          <p:cNvPr id="2" name="Slide Title"/>
          <p:cNvSpPr>
            <a:spLocks noGrp="1"/>
          </p:cNvSpPr>
          <p:nvPr userDrawn="1">
            <p:ph type="title"/>
          </p:nvPr>
        </p:nvSpPr>
        <p:spPr>
          <a:xfrm>
            <a:off x="583842" y="460552"/>
            <a:ext cx="9857339" cy="914400"/>
          </a:xfrm>
        </p:spPr>
        <p:txBody>
          <a:bodyPr/>
          <a:lstStyle/>
          <a:p>
            <a:r>
              <a:rPr lang="en-US" smtClean="0"/>
              <a:t>Click to edit Master title style</a:t>
            </a:r>
            <a:endParaRPr lang="en-US" dirty="0"/>
          </a:p>
        </p:txBody>
      </p:sp>
      <p:sp>
        <p:nvSpPr>
          <p:cNvPr id="19" name="Bullet text"/>
          <p:cNvSpPr>
            <a:spLocks noGrp="1"/>
          </p:cNvSpPr>
          <p:nvPr>
            <p:ph type="body" sz="quarter" idx="16"/>
          </p:nvPr>
        </p:nvSpPr>
        <p:spPr>
          <a:xfrm>
            <a:off x="583843" y="1639737"/>
            <a:ext cx="5074008" cy="3783163"/>
          </a:xfrm>
          <a:prstGeom prst="rect">
            <a:avLst/>
          </a:prstGeom>
        </p:spPr>
        <p:txBody>
          <a:bodyPr>
            <a:noAutofit/>
          </a:bodyPr>
          <a:lstStyle>
            <a:lvl1pPr marL="224327" indent="-224327">
              <a:lnSpc>
                <a:spcPct val="95000"/>
              </a:lnSpc>
              <a:buSzPct val="85000"/>
              <a:buFont typeface="Calibri" panose="020F0502020204030204" pitchFamily="34" charset="0"/>
              <a:buChar char="•"/>
              <a:defRPr sz="2400">
                <a:solidFill>
                  <a:schemeClr val="tx1"/>
                </a:solidFill>
              </a:defRPr>
            </a:lvl1pPr>
            <a:lvl2pPr marL="458788" indent="-228600">
              <a:lnSpc>
                <a:spcPct val="95000"/>
              </a:lnSpc>
              <a:buFont typeface="Calibri" panose="020F0502020204030204" pitchFamily="34" charset="0"/>
              <a:buChar char="−"/>
              <a:defRPr sz="2000"/>
            </a:lvl2pPr>
            <a:lvl3pPr>
              <a:defRPr sz="2100"/>
            </a:lvl3pPr>
            <a:lvl4pPr>
              <a:defRPr sz="1900"/>
            </a:lvl4pPr>
            <a:lvl5pPr>
              <a:defRPr sz="1600"/>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318371307"/>
      </p:ext>
    </p:extLst>
  </p:cSld>
  <p:clrMapOvr>
    <a:masterClrMapping/>
  </p:clrMapOvr>
  <p:transition>
    <p:fade/>
  </p:transition>
  <p:timing>
    <p:tnLst>
      <p:par>
        <p:cTn id="1" dur="indefinite" restart="never" nodeType="tmRoot"/>
      </p:par>
    </p:tn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gue slide">
    <p:bg>
      <p:bgPr>
        <a:solidFill>
          <a:schemeClr val="bg1"/>
        </a:solidFill>
        <a:effectLst/>
      </p:bgPr>
    </p:bg>
    <p:spTree>
      <p:nvGrpSpPr>
        <p:cNvPr id="1" name=""/>
        <p:cNvGrpSpPr/>
        <p:nvPr/>
      </p:nvGrpSpPr>
      <p:grpSpPr>
        <a:xfrm>
          <a:off x="0" y="0"/>
          <a:ext cx="0" cy="0"/>
          <a:chOff x="0" y="0"/>
          <a:chExt cx="0" cy="0"/>
        </a:xfrm>
      </p:grpSpPr>
      <p:sp>
        <p:nvSpPr>
          <p:cNvPr id="12" name="Pink: 43%"/>
          <p:cNvSpPr/>
          <p:nvPr userDrawn="1"/>
        </p:nvSpPr>
        <p:spPr bwMode="gray">
          <a:xfrm>
            <a:off x="10782300" y="0"/>
            <a:ext cx="689705" cy="6858000"/>
          </a:xfrm>
          <a:prstGeom prst="rect">
            <a:avLst/>
          </a:prstGeom>
          <a:solidFill>
            <a:srgbClr val="E45785">
              <a:alpha val="56863"/>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SzPct val="115000"/>
            </a:pPr>
            <a:endParaRPr lang="en-US" sz="3200" dirty="0" smtClean="0">
              <a:latin typeface="+mn-lt"/>
            </a:endParaRPr>
          </a:p>
        </p:txBody>
      </p:sp>
      <p:sp>
        <p:nvSpPr>
          <p:cNvPr id="15" name="Background pink"/>
          <p:cNvSpPr/>
          <p:nvPr userDrawn="1"/>
        </p:nvSpPr>
        <p:spPr bwMode="auto">
          <a:xfrm>
            <a:off x="1" y="0"/>
            <a:ext cx="11119104" cy="6858000"/>
          </a:xfrm>
          <a:prstGeom prst="rect">
            <a:avLst/>
          </a:prstGeom>
          <a:solidFill>
            <a:schemeClr val="accent1"/>
          </a:solidFill>
          <a:ln w="12700" algn="ctr">
            <a:noFill/>
            <a:miter lim="800000"/>
            <a:headEnd/>
            <a:tailEnd/>
          </a:ln>
          <a:effectLst/>
          <a:extLst/>
        </p:spPr>
        <p:txBody>
          <a:bodyPr rot="0" spcFirstLastPara="0" vertOverflow="overflow" horzOverflow="overflow" vert="horz" wrap="square" lIns="121899" tIns="60949" rIns="121899" bIns="60949" numCol="1" spcCol="0" rtlCol="0" fromWordArt="0" anchor="ctr" anchorCtr="0" forceAA="0" compatLnSpc="1">
            <a:prstTxWarp prst="textNoShape">
              <a:avLst/>
            </a:prstTxWarp>
            <a:noAutofit/>
          </a:bodyPr>
          <a:lstStyle/>
          <a:p>
            <a:pPr algn="ctr">
              <a:lnSpc>
                <a:spcPct val="80000"/>
              </a:lnSpc>
              <a:spcBef>
                <a:spcPts val="1600"/>
              </a:spcBef>
              <a:spcAft>
                <a:spcPts val="0"/>
              </a:spcAft>
              <a:buSzPct val="115000"/>
            </a:pPr>
            <a:endParaRPr lang="en-US" sz="3200" dirty="0" smtClean="0">
              <a:latin typeface="+mn-lt"/>
            </a:endParaRPr>
          </a:p>
        </p:txBody>
      </p:sp>
      <p:sp>
        <p:nvSpPr>
          <p:cNvPr id="17" name="Pink: 54%"/>
          <p:cNvSpPr/>
          <p:nvPr userDrawn="1"/>
        </p:nvSpPr>
        <p:spPr bwMode="gray">
          <a:xfrm>
            <a:off x="10782300" y="0"/>
            <a:ext cx="1049449" cy="6858000"/>
          </a:xfrm>
          <a:prstGeom prst="rect">
            <a:avLst/>
          </a:prstGeom>
          <a:solidFill>
            <a:srgbClr val="E45785">
              <a:alpha val="45490"/>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SzPct val="115000"/>
            </a:pPr>
            <a:endParaRPr lang="en-US" sz="3200" dirty="0" smtClean="0">
              <a:latin typeface="+mn-lt"/>
            </a:endParaRPr>
          </a:p>
        </p:txBody>
      </p:sp>
      <p:sp>
        <p:nvSpPr>
          <p:cNvPr id="18" name="Pink:65%"/>
          <p:cNvSpPr/>
          <p:nvPr userDrawn="1"/>
        </p:nvSpPr>
        <p:spPr bwMode="gray">
          <a:xfrm>
            <a:off x="11017189" y="2469"/>
            <a:ext cx="1177672" cy="6858000"/>
          </a:xfrm>
          <a:prstGeom prst="rect">
            <a:avLst/>
          </a:prstGeom>
          <a:solidFill>
            <a:srgbClr val="E45785">
              <a:alpha val="34902"/>
            </a:srgbClr>
          </a:soli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600"/>
              </a:spcBef>
              <a:spcAft>
                <a:spcPts val="0"/>
              </a:spcAft>
              <a:buSzPct val="115000"/>
            </a:pPr>
            <a:r>
              <a:rPr lang="en-US" sz="3200" dirty="0" smtClean="0">
                <a:latin typeface="+mn-lt"/>
              </a:rPr>
              <a:t> </a:t>
            </a:r>
          </a:p>
        </p:txBody>
      </p:sp>
      <p:cxnSp>
        <p:nvCxnSpPr>
          <p:cNvPr id="19" name="Footer_line"/>
          <p:cNvCxnSpPr/>
          <p:nvPr userDrawn="1"/>
        </p:nvCxnSpPr>
        <p:spPr bwMode="auto">
          <a:xfrm>
            <a:off x="1" y="6541707"/>
            <a:ext cx="11113840" cy="0"/>
          </a:xfrm>
          <a:prstGeom prst="line">
            <a:avLst/>
          </a:prstGeom>
          <a:solidFill>
            <a:schemeClr val="bg1"/>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Footer_Copyright"/>
          <p:cNvSpPr txBox="1">
            <a:spLocks/>
          </p:cNvSpPr>
          <p:nvPr userDrawn="1"/>
        </p:nvSpPr>
        <p:spPr>
          <a:xfrm>
            <a:off x="349590" y="6556248"/>
            <a:ext cx="3680903" cy="304221"/>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chemeClr val="bg1"/>
                </a:solidFill>
              </a:rPr>
              <a:t>©2017 Check Point Software Technologies</a:t>
            </a:r>
            <a:r>
              <a:rPr lang="en-US" sz="1000" kern="0" baseline="0" dirty="0" smtClean="0">
                <a:solidFill>
                  <a:schemeClr val="bg1"/>
                </a:solidFill>
              </a:rPr>
              <a:t> </a:t>
            </a:r>
            <a:r>
              <a:rPr lang="en-US" sz="1000" kern="0" dirty="0" smtClean="0">
                <a:solidFill>
                  <a:schemeClr val="bg1"/>
                </a:solidFill>
              </a:rPr>
              <a:t>Ltd. </a:t>
            </a:r>
            <a:endParaRPr lang="en-US" sz="1000" kern="0" dirty="0">
              <a:solidFill>
                <a:schemeClr val="bg1"/>
              </a:solidFill>
            </a:endParaRPr>
          </a:p>
        </p:txBody>
      </p:sp>
      <p:sp>
        <p:nvSpPr>
          <p:cNvPr id="2" name="Date" hidden="1"/>
          <p:cNvSpPr>
            <a:spLocks noGrp="1"/>
          </p:cNvSpPr>
          <p:nvPr userDrawn="1">
            <p:ph type="dt" sz="quarter" idx="17"/>
          </p:nvPr>
        </p:nvSpPr>
        <p:spPr>
          <a:xfrm>
            <a:off x="609600" y="6356350"/>
            <a:ext cx="2843213" cy="365125"/>
          </a:xfrm>
          <a:prstGeom prst="rect">
            <a:avLst/>
          </a:prstGeom>
        </p:spPr>
        <p:txBody>
          <a:bodyPr/>
          <a:lstStyle/>
          <a:p>
            <a:fld id="{04122083-5F1C-4B60-A9EF-EE0A01B04516}" type="datetimeFigureOut">
              <a:rPr lang="en-US" smtClean="0"/>
              <a:t>5/15/2017</a:t>
            </a:fld>
            <a:endParaRPr lang="en-US" dirty="0"/>
          </a:p>
        </p:txBody>
      </p:sp>
      <p:sp>
        <p:nvSpPr>
          <p:cNvPr id="4" name="Section title"/>
          <p:cNvSpPr>
            <a:spLocks noGrp="1"/>
          </p:cNvSpPr>
          <p:nvPr userDrawn="1">
            <p:ph type="body" sz="quarter" idx="12"/>
          </p:nvPr>
        </p:nvSpPr>
        <p:spPr bwMode="white">
          <a:xfrm>
            <a:off x="637179" y="2171235"/>
            <a:ext cx="9682338" cy="3027783"/>
          </a:xfrm>
          <a:prstGeom prst="rect">
            <a:avLst/>
          </a:prstGeom>
        </p:spPr>
        <p:txBody>
          <a:bodyPr wrap="square" anchor="t" anchorCtr="0">
            <a:noAutofit/>
          </a:bodyPr>
          <a:lstStyle>
            <a:lvl1pPr marL="0" indent="0" algn="l">
              <a:lnSpc>
                <a:spcPct val="100000"/>
              </a:lnSpc>
              <a:spcBef>
                <a:spcPts val="0"/>
              </a:spcBef>
              <a:buNone/>
              <a:defRPr sz="7000" b="0" cap="all" baseline="0">
                <a:solidFill>
                  <a:schemeClr val="bg1"/>
                </a:solidFill>
              </a:defRPr>
            </a:lvl1pPr>
            <a:lvl5pPr marL="1371360" indent="0">
              <a:buNone/>
              <a:defRPr/>
            </a:lvl5pPr>
          </a:lstStyle>
          <a:p>
            <a:pPr lvl="0"/>
            <a:r>
              <a:rPr lang="en-US" smtClean="0"/>
              <a:t>Click to edit Master text styles</a:t>
            </a:r>
          </a:p>
        </p:txBody>
      </p:sp>
      <p:sp>
        <p:nvSpPr>
          <p:cNvPr id="29" name="Section number"/>
          <p:cNvSpPr>
            <a:spLocks noGrp="1"/>
          </p:cNvSpPr>
          <p:nvPr userDrawn="1">
            <p:ph type="body" sz="quarter" idx="16" hasCustomPrompt="1"/>
          </p:nvPr>
        </p:nvSpPr>
        <p:spPr bwMode="white">
          <a:xfrm>
            <a:off x="614319" y="1306287"/>
            <a:ext cx="9682338" cy="891075"/>
          </a:xfrm>
          <a:prstGeom prst="rect">
            <a:avLst/>
          </a:prstGeom>
        </p:spPr>
        <p:txBody>
          <a:bodyPr anchor="t" anchorCtr="0">
            <a:noAutofit/>
          </a:bodyPr>
          <a:lstStyle>
            <a:lvl1pPr marL="0" indent="0" algn="l">
              <a:lnSpc>
                <a:spcPct val="100000"/>
              </a:lnSpc>
              <a:spcBef>
                <a:spcPts val="0"/>
              </a:spcBef>
              <a:buNone/>
              <a:defRPr sz="7000" b="1" baseline="0">
                <a:solidFill>
                  <a:schemeClr val="tx1">
                    <a:lumMod val="50000"/>
                  </a:schemeClr>
                </a:solidFill>
              </a:defRPr>
            </a:lvl1pPr>
            <a:lvl5pPr marL="1371360" indent="0">
              <a:buNone/>
              <a:defRPr/>
            </a:lvl5pPr>
          </a:lstStyle>
          <a:p>
            <a:pPr lvl="0"/>
            <a:r>
              <a:rPr lang="en-US" dirty="0" smtClean="0"/>
              <a:t>Edit #</a:t>
            </a:r>
          </a:p>
        </p:txBody>
      </p:sp>
      <p:sp>
        <p:nvSpPr>
          <p:cNvPr id="13" name="Footer_security classification" hidden="1"/>
          <p:cNvSpPr>
            <a:spLocks noGrp="1"/>
          </p:cNvSpPr>
          <p:nvPr userDrawn="1">
            <p:ph type="ftr" sz="quarter" idx="3"/>
          </p:nvPr>
        </p:nvSpPr>
        <p:spPr>
          <a:xfrm>
            <a:off x="4199964" y="6556248"/>
            <a:ext cx="3799400" cy="301752"/>
          </a:xfrm>
          <a:prstGeom prst="rect">
            <a:avLst/>
          </a:prstGeom>
        </p:spPr>
        <p:txBody>
          <a:bodyPr vert="horz" lIns="121899" tIns="60949" rIns="121899" bIns="60949" rtlCol="0" anchor="ctr"/>
          <a:lstStyle>
            <a:lvl1pPr algn="ctr">
              <a:defRPr sz="1000">
                <a:solidFill>
                  <a:schemeClr val="bg1"/>
                </a:solidFill>
                <a:latin typeface="+mn-lt"/>
              </a:defRPr>
            </a:lvl1pPr>
          </a:lstStyle>
          <a:p>
            <a:endParaRPr lang="en-US" dirty="0"/>
          </a:p>
        </p:txBody>
      </p:sp>
    </p:spTree>
    <p:extLst>
      <p:ext uri="{BB962C8B-B14F-4D97-AF65-F5344CB8AC3E}">
        <p14:creationId xmlns:p14="http://schemas.microsoft.com/office/powerpoint/2010/main" val="1399437414"/>
      </p:ext>
    </p:extLst>
  </p:cSld>
  <p:clrMapOvr>
    <a:masterClrMapping/>
  </p:clrMapOvr>
  <p:transition>
    <p:fade/>
  </p:transition>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7" name="Gray gradient"/>
          <p:cNvSpPr/>
          <p:nvPr userDrawn="1"/>
        </p:nvSpPr>
        <p:spPr bwMode="auto">
          <a:xfrm>
            <a:off x="4149620" y="-1256"/>
            <a:ext cx="8039205" cy="6541257"/>
          </a:xfrm>
          <a:prstGeom prst="rect">
            <a:avLst/>
          </a:prstGeom>
          <a:gradFill flip="none" rotWithShape="1">
            <a:gsLst>
              <a:gs pos="0">
                <a:schemeClr val="bg1">
                  <a:lumMod val="85000"/>
                  <a:alpha val="42000"/>
                </a:schemeClr>
              </a:gs>
              <a:gs pos="100000">
                <a:schemeClr val="bg1">
                  <a:lumMod val="95000"/>
                  <a:shade val="100000"/>
                  <a:satMod val="115000"/>
                  <a:alpha val="0"/>
                </a:schemeClr>
              </a:gs>
            </a:gsLst>
            <a:lin ang="0" scaled="1"/>
            <a:tileRect/>
          </a:gradFill>
          <a:ln w="12700" algn="ctr">
            <a:noFill/>
            <a:miter lim="800000"/>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80000"/>
              </a:lnSpc>
              <a:spcBef>
                <a:spcPts val="1200"/>
              </a:spcBef>
              <a:spcAft>
                <a:spcPts val="0"/>
              </a:spcAft>
              <a:buSzPct val="115000"/>
            </a:pPr>
            <a:endParaRPr lang="en-US" sz="2400" dirty="0" smtClean="0">
              <a:latin typeface="+mn-lt"/>
            </a:endParaRPr>
          </a:p>
        </p:txBody>
      </p:sp>
      <p:cxnSp>
        <p:nvCxnSpPr>
          <p:cNvPr id="16" name="Pink vertical line"/>
          <p:cNvCxnSpPr/>
          <p:nvPr userDrawn="1"/>
        </p:nvCxnSpPr>
        <p:spPr bwMode="auto">
          <a:xfrm>
            <a:off x="4122726" y="786856"/>
            <a:ext cx="0" cy="4965032"/>
          </a:xfrm>
          <a:prstGeom prst="line">
            <a:avLst/>
          </a:prstGeom>
          <a:solidFill>
            <a:schemeClr val="bg1"/>
          </a:solidFill>
          <a:ln w="508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Footer_security classification" hidden="1"/>
          <p:cNvSpPr>
            <a:spLocks noGrp="1"/>
          </p:cNvSpPr>
          <p:nvPr userDrawn="1">
            <p:ph type="ftr" sz="quarter" idx="10"/>
          </p:nvPr>
        </p:nvSpPr>
        <p:spPr/>
        <p:txBody>
          <a:bodyPr/>
          <a:lstStyle/>
          <a:p>
            <a:endParaRPr lang="en-US" dirty="0"/>
          </a:p>
        </p:txBody>
      </p:sp>
      <p:sp>
        <p:nvSpPr>
          <p:cNvPr id="2" name="Date" hidden="1"/>
          <p:cNvSpPr>
            <a:spLocks noGrp="1"/>
          </p:cNvSpPr>
          <p:nvPr userDrawn="1">
            <p:ph type="dt" sz="quarter" idx="12"/>
          </p:nvPr>
        </p:nvSpPr>
        <p:spPr>
          <a:xfrm>
            <a:off x="609600" y="6356350"/>
            <a:ext cx="2843213" cy="365125"/>
          </a:xfrm>
          <a:prstGeom prst="rect">
            <a:avLst/>
          </a:prstGeom>
        </p:spPr>
        <p:txBody>
          <a:bodyPr/>
          <a:lstStyle/>
          <a:p>
            <a:fld id="{00C1096B-9679-429B-9328-0AF82824D437}" type="datetimeFigureOut">
              <a:rPr lang="en-US" smtClean="0"/>
              <a:t>5/15/2017</a:t>
            </a:fld>
            <a:endParaRPr lang="en-US" dirty="0"/>
          </a:p>
        </p:txBody>
      </p:sp>
      <p:sp>
        <p:nvSpPr>
          <p:cNvPr id="4" name="Key points"/>
          <p:cNvSpPr>
            <a:spLocks noGrp="1"/>
          </p:cNvSpPr>
          <p:nvPr userDrawn="1">
            <p:ph type="body" sz="quarter" idx="11"/>
          </p:nvPr>
        </p:nvSpPr>
        <p:spPr>
          <a:xfrm>
            <a:off x="4875530" y="1399032"/>
            <a:ext cx="6730683" cy="4443814"/>
          </a:xfrm>
          <a:prstGeom prst="rect">
            <a:avLst/>
          </a:prstGeom>
        </p:spPr>
        <p:txBody>
          <a:bodyPr lIns="91440" tIns="45720" rIns="91440" bIns="45720" anchor="ctr" anchorCtr="0">
            <a:noAutofit/>
          </a:bodyPr>
          <a:lstStyle>
            <a:lvl1pPr marL="320040" indent="-320040">
              <a:lnSpc>
                <a:spcPct val="95000"/>
              </a:lnSpc>
              <a:buSzPct val="85000"/>
              <a:buFont typeface="Calibri" panose="020F0502020204030204" pitchFamily="34" charset="0"/>
              <a:buChar char="•"/>
              <a:defRPr sz="3200" baseline="0">
                <a:solidFill>
                  <a:schemeClr val="tx1"/>
                </a:solidFill>
                <a:latin typeface="+mn-lt"/>
              </a:defRPr>
            </a:lvl1pPr>
            <a:lvl2pPr>
              <a:lnSpc>
                <a:spcPct val="95000"/>
              </a:lnSpc>
              <a:defRPr sz="2700"/>
            </a:lvl2pPr>
            <a:lvl3pPr>
              <a:defRPr sz="2700"/>
            </a:lvl3pPr>
            <a:lvl4pPr>
              <a:defRPr sz="2700"/>
            </a:lvl4pPr>
            <a:lvl5pPr>
              <a:defRPr sz="2700"/>
            </a:lvl5pPr>
          </a:lstStyle>
          <a:p>
            <a:pPr lvl="0"/>
            <a:r>
              <a:rPr lang="en-US" smtClean="0"/>
              <a:t>Click to edit Master text styles</a:t>
            </a:r>
          </a:p>
          <a:p>
            <a:pPr lvl="1"/>
            <a:r>
              <a:rPr lang="en-US" smtClean="0"/>
              <a:t>Second level</a:t>
            </a:r>
          </a:p>
        </p:txBody>
      </p:sp>
      <p:sp>
        <p:nvSpPr>
          <p:cNvPr id="6" name="Slide Title"/>
          <p:cNvSpPr>
            <a:spLocks noGrp="1"/>
          </p:cNvSpPr>
          <p:nvPr userDrawn="1">
            <p:ph type="title"/>
          </p:nvPr>
        </p:nvSpPr>
        <p:spPr>
          <a:xfrm>
            <a:off x="368300" y="1947672"/>
            <a:ext cx="3372166" cy="3020519"/>
          </a:xfrm>
        </p:spPr>
        <p:txBody>
          <a:bodyPr vert="horz" lIns="91440" tIns="45720" rIns="91440" bIns="45720" rtlCol="0" anchor="ctr" anchorCtr="0">
            <a:noAutofit/>
          </a:bodyPr>
          <a:lstStyle>
            <a:lvl1pPr marL="0" indent="0" algn="r" defTabSz="1218783" rtl="0" eaLnBrk="1" latinLnBrk="0" hangingPunct="1">
              <a:lnSpc>
                <a:spcPct val="80000"/>
              </a:lnSpc>
              <a:spcBef>
                <a:spcPct val="0"/>
              </a:spcBef>
              <a:buClr>
                <a:schemeClr val="tx1"/>
              </a:buClr>
              <a:buFont typeface="Ciscolight" pitchFamily="2" charset="0"/>
              <a:buNone/>
              <a:defRPr lang="en-US" sz="4000" b="0" kern="1200" spc="0" baseline="0" dirty="0">
                <a:solidFill>
                  <a:schemeClr val="accent1"/>
                </a:solidFill>
                <a:latin typeface="+mj-lt"/>
                <a:ea typeface="+mj-ea"/>
                <a:cs typeface="+mj-cs"/>
              </a:defRPr>
            </a:lvl1pPr>
          </a:lstStyle>
          <a:p>
            <a:r>
              <a:rPr lang="en-US" smtClean="0"/>
              <a:t>Click to edit Master title style</a:t>
            </a:r>
            <a:endParaRPr lang="en-US" dirty="0"/>
          </a:p>
        </p:txBody>
      </p:sp>
    </p:spTree>
    <p:extLst>
      <p:ext uri="{BB962C8B-B14F-4D97-AF65-F5344CB8AC3E}">
        <p14:creationId xmlns:p14="http://schemas.microsoft.com/office/powerpoint/2010/main" val="499789008"/>
      </p:ext>
    </p:extLst>
  </p:cSld>
  <p:clrMapOvr>
    <a:masterClrMapping/>
  </p:clrMapOvr>
  <p:transition>
    <p:fade/>
  </p:transition>
  <p:timing>
    <p:tnLst>
      <p:par>
        <p:cTn id="1" dur="indefinite" restart="never" nodeType="tmRoot"/>
      </p:par>
    </p:tnLst>
  </p:timing>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ooter_page number"/>
          <p:cNvSpPr txBox="1">
            <a:spLocks/>
          </p:cNvSpPr>
          <p:nvPr/>
        </p:nvSpPr>
        <p:spPr>
          <a:xfrm>
            <a:off x="10006331" y="6556249"/>
            <a:ext cx="1840451" cy="269820"/>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r" fontAlgn="auto">
              <a:spcBef>
                <a:spcPts val="0"/>
              </a:spcBef>
              <a:spcAft>
                <a:spcPts val="0"/>
              </a:spcAft>
              <a:buClrTx/>
              <a:buSzTx/>
              <a:buFontTx/>
              <a:buNone/>
              <a:defRPr/>
            </a:pPr>
            <a:fld id="{349D3042-9933-4C71-BBE3-FA9237566B45}" type="slidenum">
              <a:rPr lang="en-US" sz="1000" kern="0" smtClean="0">
                <a:solidFill>
                  <a:schemeClr val="accent1"/>
                </a:solidFill>
                <a:latin typeface="+mn-lt"/>
                <a:ea typeface="+mn-ea"/>
                <a:cs typeface="+mn-cs"/>
              </a:rPr>
              <a:pPr algn="r" fontAlgn="auto">
                <a:spcBef>
                  <a:spcPts val="0"/>
                </a:spcBef>
                <a:spcAft>
                  <a:spcPts val="0"/>
                </a:spcAft>
                <a:buClrTx/>
                <a:buSzTx/>
                <a:buFontTx/>
                <a:buNone/>
                <a:defRPr/>
              </a:pPr>
              <a:t>‹#›</a:t>
            </a:fld>
            <a:endParaRPr lang="en-US" sz="1100" kern="0" dirty="0">
              <a:solidFill>
                <a:schemeClr val="accent1"/>
              </a:solidFill>
              <a:latin typeface="+mn-lt"/>
              <a:ea typeface="+mn-ea"/>
              <a:cs typeface="+mn-cs"/>
            </a:endParaRPr>
          </a:p>
        </p:txBody>
      </p:sp>
      <p:sp>
        <p:nvSpPr>
          <p:cNvPr id="2" name="Footer_security classification" hidden="1"/>
          <p:cNvSpPr>
            <a:spLocks noGrp="1"/>
          </p:cNvSpPr>
          <p:nvPr>
            <p:ph type="ftr" sz="quarter" idx="3"/>
          </p:nvPr>
        </p:nvSpPr>
        <p:spPr>
          <a:xfrm>
            <a:off x="4199964" y="6556248"/>
            <a:ext cx="3799400" cy="301752"/>
          </a:xfrm>
          <a:prstGeom prst="rect">
            <a:avLst/>
          </a:prstGeom>
        </p:spPr>
        <p:txBody>
          <a:bodyPr vert="horz" lIns="121899" tIns="60949" rIns="121899" bIns="60949" rtlCol="0" anchor="ctr"/>
          <a:lstStyle>
            <a:lvl1pPr algn="ctr">
              <a:defRPr sz="1000">
                <a:solidFill>
                  <a:schemeClr val="accent1"/>
                </a:solidFill>
                <a:latin typeface="+mn-lt"/>
              </a:defRPr>
            </a:lvl1pPr>
          </a:lstStyle>
          <a:p>
            <a:endParaRPr lang="en-US" dirty="0"/>
          </a:p>
        </p:txBody>
      </p:sp>
      <p:sp>
        <p:nvSpPr>
          <p:cNvPr id="8" name="Footer_copyright"/>
          <p:cNvSpPr txBox="1">
            <a:spLocks/>
          </p:cNvSpPr>
          <p:nvPr/>
        </p:nvSpPr>
        <p:spPr>
          <a:xfrm>
            <a:off x="349590" y="6556248"/>
            <a:ext cx="3680903" cy="304221"/>
          </a:xfrm>
          <a:prstGeom prst="rect">
            <a:avLst/>
          </a:prstGeom>
        </p:spPr>
        <p:txBody>
          <a:bodyPr wrap="square" lIns="121899" tIns="60949" rIns="121899" bIns="60949" anchor="ctr">
            <a:noAutofit/>
          </a:bodyPr>
          <a:lstStyle>
            <a:defPPr>
              <a:defRPr lang="en-US"/>
            </a:defPPr>
            <a:lvl1pPr algn="ctr" rtl="0" fontAlgn="base">
              <a:spcBef>
                <a:spcPct val="20000"/>
              </a:spcBef>
              <a:spcAft>
                <a:spcPct val="0"/>
              </a:spcAft>
              <a:buClr>
                <a:schemeClr val="accent2"/>
              </a:buClr>
              <a:buSzPct val="65000"/>
              <a:buFont typeface="Wingdings" pitchFamily="2" charset="2"/>
              <a:defRPr sz="900" kern="1200">
                <a:solidFill>
                  <a:schemeClr val="bg1"/>
                </a:solidFill>
                <a:latin typeface="+mn-lt"/>
                <a:ea typeface="+mn-ea"/>
                <a:cs typeface="+mn-cs"/>
              </a:defRPr>
            </a:lvl1pPr>
            <a:lvl2pPr marL="4572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2pPr>
            <a:lvl3pPr marL="9144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3pPr>
            <a:lvl4pPr marL="13716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4pPr>
            <a:lvl5pPr marL="1828800" algn="l" rtl="0" fontAlgn="base">
              <a:spcBef>
                <a:spcPct val="20000"/>
              </a:spcBef>
              <a:spcAft>
                <a:spcPct val="0"/>
              </a:spcAft>
              <a:buClr>
                <a:schemeClr val="accent2"/>
              </a:buClr>
              <a:buSzPct val="65000"/>
              <a:buFont typeface="Wingdings" pitchFamily="2" charset="2"/>
              <a:defRPr sz="3000" kern="1200">
                <a:solidFill>
                  <a:schemeClr val="tx1"/>
                </a:solidFill>
                <a:latin typeface="Helvetica" pitchFamily="34" charset="0"/>
                <a:ea typeface="+mn-ea"/>
                <a:cs typeface="+mn-cs"/>
              </a:defRPr>
            </a:lvl5pPr>
            <a:lvl6pPr marL="2286000" algn="l" defTabSz="914400" rtl="0" eaLnBrk="1" latinLnBrk="0" hangingPunct="1">
              <a:defRPr sz="3000" kern="1200">
                <a:solidFill>
                  <a:schemeClr val="tx1"/>
                </a:solidFill>
                <a:latin typeface="Helvetica" pitchFamily="34" charset="0"/>
                <a:ea typeface="+mn-ea"/>
                <a:cs typeface="+mn-cs"/>
              </a:defRPr>
            </a:lvl6pPr>
            <a:lvl7pPr marL="2743200" algn="l" defTabSz="914400" rtl="0" eaLnBrk="1" latinLnBrk="0" hangingPunct="1">
              <a:defRPr sz="3000" kern="1200">
                <a:solidFill>
                  <a:schemeClr val="tx1"/>
                </a:solidFill>
                <a:latin typeface="Helvetica" pitchFamily="34" charset="0"/>
                <a:ea typeface="+mn-ea"/>
                <a:cs typeface="+mn-cs"/>
              </a:defRPr>
            </a:lvl7pPr>
            <a:lvl8pPr marL="3200400" algn="l" defTabSz="914400" rtl="0" eaLnBrk="1" latinLnBrk="0" hangingPunct="1">
              <a:defRPr sz="3000" kern="1200">
                <a:solidFill>
                  <a:schemeClr val="tx1"/>
                </a:solidFill>
                <a:latin typeface="Helvetica" pitchFamily="34" charset="0"/>
                <a:ea typeface="+mn-ea"/>
                <a:cs typeface="+mn-cs"/>
              </a:defRPr>
            </a:lvl8pPr>
            <a:lvl9pPr marL="3657600" algn="l" defTabSz="914400" rtl="0" eaLnBrk="1" latinLnBrk="0" hangingPunct="1">
              <a:defRPr sz="3000" kern="1200">
                <a:solidFill>
                  <a:schemeClr val="tx1"/>
                </a:solidFill>
                <a:latin typeface="Helvetica" pitchFamily="34" charset="0"/>
                <a:ea typeface="+mn-ea"/>
                <a:cs typeface="+mn-cs"/>
              </a:defRPr>
            </a:lvl9pPr>
          </a:lstStyle>
          <a:p>
            <a:pPr algn="l" fontAlgn="auto">
              <a:spcBef>
                <a:spcPts val="0"/>
              </a:spcBef>
              <a:spcAft>
                <a:spcPts val="0"/>
              </a:spcAft>
              <a:buClrTx/>
              <a:buSzTx/>
              <a:buFontTx/>
              <a:buNone/>
              <a:defRPr/>
            </a:pPr>
            <a:r>
              <a:rPr lang="en-US" sz="1000" kern="0" dirty="0" smtClean="0">
                <a:solidFill>
                  <a:schemeClr val="accent1"/>
                </a:solidFill>
              </a:rPr>
              <a:t>©2017 Check Point Software Technologies</a:t>
            </a:r>
            <a:r>
              <a:rPr lang="en-US" sz="1000" kern="0" baseline="0" dirty="0" smtClean="0">
                <a:solidFill>
                  <a:schemeClr val="accent1"/>
                </a:solidFill>
              </a:rPr>
              <a:t> </a:t>
            </a:r>
            <a:r>
              <a:rPr lang="en-US" sz="1000" kern="0" dirty="0" smtClean="0">
                <a:solidFill>
                  <a:schemeClr val="accent1"/>
                </a:solidFill>
              </a:rPr>
              <a:t>Ltd. </a:t>
            </a:r>
            <a:endParaRPr lang="en-US" sz="1000" kern="0" dirty="0">
              <a:solidFill>
                <a:schemeClr val="accent1"/>
              </a:solidFill>
            </a:endParaRPr>
          </a:p>
        </p:txBody>
      </p:sp>
      <p:sp>
        <p:nvSpPr>
          <p:cNvPr id="3" name="Date" hidden="1"/>
          <p:cNvSpPr>
            <a:spLocks noGrp="1"/>
          </p:cNvSpPr>
          <p:nvPr>
            <p:ph type="dt" sz="half" idx="2"/>
          </p:nvPr>
        </p:nvSpPr>
        <p:spPr>
          <a:xfrm>
            <a:off x="609600" y="6356350"/>
            <a:ext cx="284321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5138E8-3F3E-4DC5-A5FA-50868B94627A}" type="datetimeFigureOut">
              <a:rPr lang="en-US" smtClean="0"/>
              <a:t>5/15/2017</a:t>
            </a:fld>
            <a:endParaRPr lang="en-US" dirty="0"/>
          </a:p>
        </p:txBody>
      </p:sp>
      <p:cxnSp>
        <p:nvCxnSpPr>
          <p:cNvPr id="9" name="Footer line"/>
          <p:cNvCxnSpPr/>
          <p:nvPr/>
        </p:nvCxnSpPr>
        <p:spPr bwMode="auto">
          <a:xfrm>
            <a:off x="0" y="6541347"/>
            <a:ext cx="12188825" cy="0"/>
          </a:xfrm>
          <a:prstGeom prst="line">
            <a:avLst/>
          </a:prstGeom>
          <a:solidFill>
            <a:schemeClr val="bg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Bullet text"/>
          <p:cNvSpPr>
            <a:spLocks noGrp="1" noChangeArrowheads="1"/>
          </p:cNvSpPr>
          <p:nvPr>
            <p:ph type="body" idx="1"/>
          </p:nvPr>
        </p:nvSpPr>
        <p:spPr bwMode="auto">
          <a:xfrm>
            <a:off x="583842" y="1534473"/>
            <a:ext cx="11022371" cy="4938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lvl="0"/>
            <a:r>
              <a:rPr lang="en-US" dirty="0" smtClean="0"/>
              <a:t>First Level</a:t>
            </a:r>
          </a:p>
          <a:p>
            <a:pPr lvl="1"/>
            <a:r>
              <a:rPr lang="en-US" dirty="0" smtClean="0"/>
              <a:t>Second level</a:t>
            </a:r>
          </a:p>
          <a:p>
            <a:pPr lvl="2"/>
            <a:r>
              <a:rPr lang="en-US" dirty="0" smtClean="0"/>
              <a:t>Third level</a:t>
            </a:r>
          </a:p>
          <a:p>
            <a:pPr lvl="0"/>
            <a:endParaRPr lang="en-US" dirty="0" smtClean="0"/>
          </a:p>
          <a:p>
            <a:pPr lvl="0"/>
            <a:endParaRPr lang="en-US" dirty="0" smtClean="0"/>
          </a:p>
        </p:txBody>
      </p:sp>
      <p:sp>
        <p:nvSpPr>
          <p:cNvPr id="58371" name="Slide Title"/>
          <p:cNvSpPr>
            <a:spLocks noGrp="1" noChangeArrowheads="1"/>
          </p:cNvSpPr>
          <p:nvPr>
            <p:ph type="title"/>
          </p:nvPr>
        </p:nvSpPr>
        <p:spPr bwMode="auto">
          <a:xfrm>
            <a:off x="583842" y="460552"/>
            <a:ext cx="9857339"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lvl="0"/>
            <a:r>
              <a:rPr lang="en-US" smtClean="0"/>
              <a:t>Click to edit Master title style</a:t>
            </a:r>
            <a:endParaRPr lang="en-US" dirty="0" smtClean="0"/>
          </a:p>
        </p:txBody>
      </p:sp>
      <p:grpSp>
        <p:nvGrpSpPr>
          <p:cNvPr id="4" name="Check Point Logo"/>
          <p:cNvGrpSpPr>
            <a:grpSpLocks noChangeAspect="1"/>
          </p:cNvGrpSpPr>
          <p:nvPr/>
        </p:nvGrpSpPr>
        <p:grpSpPr bwMode="auto">
          <a:xfrm>
            <a:off x="10598155" y="193675"/>
            <a:ext cx="1249363" cy="779463"/>
            <a:chOff x="6676" y="122"/>
            <a:chExt cx="787" cy="491"/>
          </a:xfrm>
        </p:grpSpPr>
        <p:sp>
          <p:nvSpPr>
            <p:cNvPr id="5" name="AutoShape 3"/>
            <p:cNvSpPr>
              <a:spLocks noChangeAspect="1" noChangeArrowheads="1" noTextEdit="1"/>
            </p:cNvSpPr>
            <p:nvPr userDrawn="1"/>
          </p:nvSpPr>
          <p:spPr bwMode="auto">
            <a:xfrm>
              <a:off x="6677" y="122"/>
              <a:ext cx="78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a:spLocks noChangeArrowheads="1"/>
            </p:cNvSpPr>
            <p:nvPr userDrawn="1"/>
          </p:nvSpPr>
          <p:spPr bwMode="auto">
            <a:xfrm>
              <a:off x="6919" y="123"/>
              <a:ext cx="301" cy="265"/>
            </a:xfrm>
            <a:prstGeom prst="rect">
              <a:avLst/>
            </a:prstGeom>
            <a:solidFill>
              <a:srgbClr val="F48DA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p:cNvSpPr>
              <a:spLocks/>
            </p:cNvSpPr>
            <p:nvPr userDrawn="1"/>
          </p:nvSpPr>
          <p:spPr bwMode="auto">
            <a:xfrm>
              <a:off x="6976" y="136"/>
              <a:ext cx="200" cy="154"/>
            </a:xfrm>
            <a:custGeom>
              <a:avLst/>
              <a:gdLst>
                <a:gd name="T0" fmla="*/ 136 w 197"/>
                <a:gd name="T1" fmla="*/ 148 h 152"/>
                <a:gd name="T2" fmla="*/ 112 w 197"/>
                <a:gd name="T3" fmla="*/ 151 h 152"/>
                <a:gd name="T4" fmla="*/ 95 w 197"/>
                <a:gd name="T5" fmla="*/ 152 h 152"/>
                <a:gd name="T6" fmla="*/ 79 w 197"/>
                <a:gd name="T7" fmla="*/ 152 h 152"/>
                <a:gd name="T8" fmla="*/ 62 w 197"/>
                <a:gd name="T9" fmla="*/ 151 h 152"/>
                <a:gd name="T10" fmla="*/ 44 w 197"/>
                <a:gd name="T11" fmla="*/ 148 h 152"/>
                <a:gd name="T12" fmla="*/ 28 w 197"/>
                <a:gd name="T13" fmla="*/ 145 h 152"/>
                <a:gd name="T14" fmla="*/ 16 w 197"/>
                <a:gd name="T15" fmla="*/ 143 h 152"/>
                <a:gd name="T16" fmla="*/ 14 w 197"/>
                <a:gd name="T17" fmla="*/ 140 h 152"/>
                <a:gd name="T18" fmla="*/ 9 w 197"/>
                <a:gd name="T19" fmla="*/ 124 h 152"/>
                <a:gd name="T20" fmla="*/ 4 w 197"/>
                <a:gd name="T21" fmla="*/ 102 h 152"/>
                <a:gd name="T22" fmla="*/ 2 w 197"/>
                <a:gd name="T23" fmla="*/ 94 h 152"/>
                <a:gd name="T24" fmla="*/ 1 w 197"/>
                <a:gd name="T25" fmla="*/ 80 h 152"/>
                <a:gd name="T26" fmla="*/ 0 w 197"/>
                <a:gd name="T27" fmla="*/ 55 h 152"/>
                <a:gd name="T28" fmla="*/ 3 w 197"/>
                <a:gd name="T29" fmla="*/ 40 h 152"/>
                <a:gd name="T30" fmla="*/ 9 w 197"/>
                <a:gd name="T31" fmla="*/ 24 h 152"/>
                <a:gd name="T32" fmla="*/ 15 w 197"/>
                <a:gd name="T33" fmla="*/ 12 h 152"/>
                <a:gd name="T34" fmla="*/ 21 w 197"/>
                <a:gd name="T35" fmla="*/ 4 h 152"/>
                <a:gd name="T36" fmla="*/ 23 w 197"/>
                <a:gd name="T37" fmla="*/ 3 h 152"/>
                <a:gd name="T38" fmla="*/ 33 w 197"/>
                <a:gd name="T39" fmla="*/ 1 h 152"/>
                <a:gd name="T40" fmla="*/ 36 w 197"/>
                <a:gd name="T41" fmla="*/ 1 h 152"/>
                <a:gd name="T42" fmla="*/ 52 w 197"/>
                <a:gd name="T43" fmla="*/ 1 h 152"/>
                <a:gd name="T44" fmla="*/ 68 w 197"/>
                <a:gd name="T45" fmla="*/ 2 h 152"/>
                <a:gd name="T46" fmla="*/ 85 w 197"/>
                <a:gd name="T47" fmla="*/ 2 h 152"/>
                <a:gd name="T48" fmla="*/ 102 w 197"/>
                <a:gd name="T49" fmla="*/ 2 h 152"/>
                <a:gd name="T50" fmla="*/ 117 w 197"/>
                <a:gd name="T51" fmla="*/ 3 h 152"/>
                <a:gd name="T52" fmla="*/ 133 w 197"/>
                <a:gd name="T53" fmla="*/ 2 h 152"/>
                <a:gd name="T54" fmla="*/ 148 w 197"/>
                <a:gd name="T55" fmla="*/ 2 h 152"/>
                <a:gd name="T56" fmla="*/ 162 w 197"/>
                <a:gd name="T57" fmla="*/ 1 h 152"/>
                <a:gd name="T58" fmla="*/ 175 w 197"/>
                <a:gd name="T59" fmla="*/ 0 h 152"/>
                <a:gd name="T60" fmla="*/ 177 w 197"/>
                <a:gd name="T61" fmla="*/ 1 h 152"/>
                <a:gd name="T62" fmla="*/ 184 w 197"/>
                <a:gd name="T63" fmla="*/ 5 h 152"/>
                <a:gd name="T64" fmla="*/ 184 w 197"/>
                <a:gd name="T65" fmla="*/ 28 h 152"/>
                <a:gd name="T66" fmla="*/ 187 w 197"/>
                <a:gd name="T67" fmla="*/ 45 h 152"/>
                <a:gd name="T68" fmla="*/ 188 w 197"/>
                <a:gd name="T69" fmla="*/ 60 h 152"/>
                <a:gd name="T70" fmla="*/ 192 w 197"/>
                <a:gd name="T71" fmla="*/ 78 h 152"/>
                <a:gd name="T72" fmla="*/ 194 w 197"/>
                <a:gd name="T73" fmla="*/ 88 h 152"/>
                <a:gd name="T74" fmla="*/ 196 w 197"/>
                <a:gd name="T75" fmla="*/ 105 h 152"/>
                <a:gd name="T76" fmla="*/ 195 w 197"/>
                <a:gd name="T77" fmla="*/ 128 h 152"/>
                <a:gd name="T78" fmla="*/ 190 w 197"/>
                <a:gd name="T79" fmla="*/ 139 h 152"/>
                <a:gd name="T80" fmla="*/ 176 w 197"/>
                <a:gd name="T81" fmla="*/ 142 h 152"/>
                <a:gd name="T82" fmla="*/ 166 w 197"/>
                <a:gd name="T83" fmla="*/ 143 h 152"/>
                <a:gd name="T84" fmla="*/ 147 w 197"/>
                <a:gd name="T85" fmla="*/ 145 h 152"/>
                <a:gd name="T86" fmla="*/ 138 w 197"/>
                <a:gd name="T87" fmla="*/ 147 h 152"/>
                <a:gd name="T88" fmla="*/ 136 w 197"/>
                <a:gd name="T89" fmla="*/ 14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52">
                  <a:moveTo>
                    <a:pt x="136" y="148"/>
                  </a:moveTo>
                  <a:cubicBezTo>
                    <a:pt x="130" y="149"/>
                    <a:pt x="118" y="150"/>
                    <a:pt x="112" y="151"/>
                  </a:cubicBezTo>
                  <a:cubicBezTo>
                    <a:pt x="107" y="151"/>
                    <a:pt x="101" y="152"/>
                    <a:pt x="95" y="152"/>
                  </a:cubicBezTo>
                  <a:cubicBezTo>
                    <a:pt x="90" y="152"/>
                    <a:pt x="84" y="152"/>
                    <a:pt x="79" y="152"/>
                  </a:cubicBezTo>
                  <a:cubicBezTo>
                    <a:pt x="73" y="152"/>
                    <a:pt x="67" y="152"/>
                    <a:pt x="62" y="151"/>
                  </a:cubicBezTo>
                  <a:cubicBezTo>
                    <a:pt x="50" y="150"/>
                    <a:pt x="48" y="148"/>
                    <a:pt x="44" y="148"/>
                  </a:cubicBezTo>
                  <a:cubicBezTo>
                    <a:pt x="38" y="147"/>
                    <a:pt x="33" y="146"/>
                    <a:pt x="28" y="145"/>
                  </a:cubicBezTo>
                  <a:cubicBezTo>
                    <a:pt x="23" y="144"/>
                    <a:pt x="19" y="143"/>
                    <a:pt x="16" y="143"/>
                  </a:cubicBezTo>
                  <a:cubicBezTo>
                    <a:pt x="16" y="142"/>
                    <a:pt x="15" y="140"/>
                    <a:pt x="14" y="140"/>
                  </a:cubicBezTo>
                  <a:cubicBezTo>
                    <a:pt x="12" y="133"/>
                    <a:pt x="12" y="134"/>
                    <a:pt x="9" y="124"/>
                  </a:cubicBezTo>
                  <a:cubicBezTo>
                    <a:pt x="7" y="119"/>
                    <a:pt x="5" y="109"/>
                    <a:pt x="4" y="102"/>
                  </a:cubicBezTo>
                  <a:cubicBezTo>
                    <a:pt x="3" y="97"/>
                    <a:pt x="2" y="95"/>
                    <a:pt x="2" y="94"/>
                  </a:cubicBezTo>
                  <a:cubicBezTo>
                    <a:pt x="0" y="89"/>
                    <a:pt x="1" y="86"/>
                    <a:pt x="1" y="80"/>
                  </a:cubicBezTo>
                  <a:cubicBezTo>
                    <a:pt x="0" y="75"/>
                    <a:pt x="0" y="61"/>
                    <a:pt x="0" y="55"/>
                  </a:cubicBezTo>
                  <a:cubicBezTo>
                    <a:pt x="1" y="46"/>
                    <a:pt x="1" y="45"/>
                    <a:pt x="3" y="40"/>
                  </a:cubicBezTo>
                  <a:cubicBezTo>
                    <a:pt x="4" y="34"/>
                    <a:pt x="7" y="29"/>
                    <a:pt x="9" y="24"/>
                  </a:cubicBezTo>
                  <a:cubicBezTo>
                    <a:pt x="11" y="20"/>
                    <a:pt x="12" y="16"/>
                    <a:pt x="15" y="12"/>
                  </a:cubicBezTo>
                  <a:cubicBezTo>
                    <a:pt x="18" y="7"/>
                    <a:pt x="19" y="5"/>
                    <a:pt x="21" y="4"/>
                  </a:cubicBezTo>
                  <a:cubicBezTo>
                    <a:pt x="21" y="3"/>
                    <a:pt x="22" y="3"/>
                    <a:pt x="23" y="3"/>
                  </a:cubicBezTo>
                  <a:cubicBezTo>
                    <a:pt x="27" y="2"/>
                    <a:pt x="31" y="1"/>
                    <a:pt x="33" y="1"/>
                  </a:cubicBezTo>
                  <a:cubicBezTo>
                    <a:pt x="33" y="1"/>
                    <a:pt x="36" y="1"/>
                    <a:pt x="36" y="1"/>
                  </a:cubicBezTo>
                  <a:cubicBezTo>
                    <a:pt x="37" y="1"/>
                    <a:pt x="43" y="1"/>
                    <a:pt x="52" y="1"/>
                  </a:cubicBezTo>
                  <a:cubicBezTo>
                    <a:pt x="57" y="1"/>
                    <a:pt x="62" y="2"/>
                    <a:pt x="68" y="2"/>
                  </a:cubicBezTo>
                  <a:cubicBezTo>
                    <a:pt x="74" y="2"/>
                    <a:pt x="79" y="2"/>
                    <a:pt x="85" y="2"/>
                  </a:cubicBezTo>
                  <a:cubicBezTo>
                    <a:pt x="91" y="2"/>
                    <a:pt x="96" y="2"/>
                    <a:pt x="102" y="2"/>
                  </a:cubicBezTo>
                  <a:cubicBezTo>
                    <a:pt x="107" y="2"/>
                    <a:pt x="112" y="3"/>
                    <a:pt x="117" y="3"/>
                  </a:cubicBezTo>
                  <a:cubicBezTo>
                    <a:pt x="123" y="3"/>
                    <a:pt x="128" y="2"/>
                    <a:pt x="133" y="2"/>
                  </a:cubicBezTo>
                  <a:cubicBezTo>
                    <a:pt x="138" y="2"/>
                    <a:pt x="143" y="2"/>
                    <a:pt x="148" y="2"/>
                  </a:cubicBezTo>
                  <a:cubicBezTo>
                    <a:pt x="154" y="2"/>
                    <a:pt x="160" y="2"/>
                    <a:pt x="162" y="1"/>
                  </a:cubicBezTo>
                  <a:cubicBezTo>
                    <a:pt x="168" y="0"/>
                    <a:pt x="172" y="0"/>
                    <a:pt x="175" y="0"/>
                  </a:cubicBezTo>
                  <a:cubicBezTo>
                    <a:pt x="176" y="0"/>
                    <a:pt x="176" y="0"/>
                    <a:pt x="177" y="1"/>
                  </a:cubicBezTo>
                  <a:cubicBezTo>
                    <a:pt x="180" y="2"/>
                    <a:pt x="184" y="5"/>
                    <a:pt x="184" y="5"/>
                  </a:cubicBezTo>
                  <a:cubicBezTo>
                    <a:pt x="184" y="7"/>
                    <a:pt x="183" y="20"/>
                    <a:pt x="184" y="28"/>
                  </a:cubicBezTo>
                  <a:cubicBezTo>
                    <a:pt x="185" y="33"/>
                    <a:pt x="186" y="39"/>
                    <a:pt x="187" y="45"/>
                  </a:cubicBezTo>
                  <a:cubicBezTo>
                    <a:pt x="187" y="50"/>
                    <a:pt x="188" y="55"/>
                    <a:pt x="188" y="60"/>
                  </a:cubicBezTo>
                  <a:cubicBezTo>
                    <a:pt x="189" y="66"/>
                    <a:pt x="191" y="73"/>
                    <a:pt x="192" y="78"/>
                  </a:cubicBezTo>
                  <a:cubicBezTo>
                    <a:pt x="193" y="85"/>
                    <a:pt x="193" y="81"/>
                    <a:pt x="194" y="88"/>
                  </a:cubicBezTo>
                  <a:cubicBezTo>
                    <a:pt x="196" y="96"/>
                    <a:pt x="195" y="95"/>
                    <a:pt x="196" y="105"/>
                  </a:cubicBezTo>
                  <a:cubicBezTo>
                    <a:pt x="197" y="111"/>
                    <a:pt x="196" y="122"/>
                    <a:pt x="195" y="128"/>
                  </a:cubicBezTo>
                  <a:cubicBezTo>
                    <a:pt x="194" y="134"/>
                    <a:pt x="191" y="138"/>
                    <a:pt x="190" y="139"/>
                  </a:cubicBezTo>
                  <a:cubicBezTo>
                    <a:pt x="186" y="141"/>
                    <a:pt x="173" y="142"/>
                    <a:pt x="176" y="142"/>
                  </a:cubicBezTo>
                  <a:cubicBezTo>
                    <a:pt x="169" y="143"/>
                    <a:pt x="170" y="142"/>
                    <a:pt x="166" y="143"/>
                  </a:cubicBezTo>
                  <a:cubicBezTo>
                    <a:pt x="156" y="145"/>
                    <a:pt x="154" y="145"/>
                    <a:pt x="147" y="145"/>
                  </a:cubicBezTo>
                  <a:cubicBezTo>
                    <a:pt x="141" y="146"/>
                    <a:pt x="146" y="146"/>
                    <a:pt x="138" y="147"/>
                  </a:cubicBezTo>
                  <a:cubicBezTo>
                    <a:pt x="138" y="147"/>
                    <a:pt x="137" y="148"/>
                    <a:pt x="136" y="148"/>
                  </a:cubicBezTo>
                </a:path>
              </a:pathLst>
            </a:custGeom>
            <a:solidFill>
              <a:srgbClr val="2938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6998" y="144"/>
              <a:ext cx="156" cy="134"/>
            </a:xfrm>
            <a:custGeom>
              <a:avLst/>
              <a:gdLst>
                <a:gd name="T0" fmla="*/ 11 w 155"/>
                <a:gd name="T1" fmla="*/ 5 h 132"/>
                <a:gd name="T2" fmla="*/ 19 w 155"/>
                <a:gd name="T3" fmla="*/ 0 h 132"/>
                <a:gd name="T4" fmla="*/ 30 w 155"/>
                <a:gd name="T5" fmla="*/ 1 h 132"/>
                <a:gd name="T6" fmla="*/ 37 w 155"/>
                <a:gd name="T7" fmla="*/ 2 h 132"/>
                <a:gd name="T8" fmla="*/ 45 w 155"/>
                <a:gd name="T9" fmla="*/ 3 h 132"/>
                <a:gd name="T10" fmla="*/ 63 w 155"/>
                <a:gd name="T11" fmla="*/ 6 h 132"/>
                <a:gd name="T12" fmla="*/ 74 w 155"/>
                <a:gd name="T13" fmla="*/ 9 h 132"/>
                <a:gd name="T14" fmla="*/ 86 w 155"/>
                <a:gd name="T15" fmla="*/ 10 h 132"/>
                <a:gd name="T16" fmla="*/ 97 w 155"/>
                <a:gd name="T17" fmla="*/ 10 h 132"/>
                <a:gd name="T18" fmla="*/ 109 w 155"/>
                <a:gd name="T19" fmla="*/ 9 h 132"/>
                <a:gd name="T20" fmla="*/ 120 w 155"/>
                <a:gd name="T21" fmla="*/ 8 h 132"/>
                <a:gd name="T22" fmla="*/ 131 w 155"/>
                <a:gd name="T23" fmla="*/ 7 h 132"/>
                <a:gd name="T24" fmla="*/ 142 w 155"/>
                <a:gd name="T25" fmla="*/ 6 h 132"/>
                <a:gd name="T26" fmla="*/ 151 w 155"/>
                <a:gd name="T27" fmla="*/ 12 h 132"/>
                <a:gd name="T28" fmla="*/ 152 w 155"/>
                <a:gd name="T29" fmla="*/ 23 h 132"/>
                <a:gd name="T30" fmla="*/ 151 w 155"/>
                <a:gd name="T31" fmla="*/ 35 h 132"/>
                <a:gd name="T32" fmla="*/ 151 w 155"/>
                <a:gd name="T33" fmla="*/ 46 h 132"/>
                <a:gd name="T34" fmla="*/ 152 w 155"/>
                <a:gd name="T35" fmla="*/ 58 h 132"/>
                <a:gd name="T36" fmla="*/ 152 w 155"/>
                <a:gd name="T37" fmla="*/ 69 h 132"/>
                <a:gd name="T38" fmla="*/ 153 w 155"/>
                <a:gd name="T39" fmla="*/ 81 h 132"/>
                <a:gd name="T40" fmla="*/ 153 w 155"/>
                <a:gd name="T41" fmla="*/ 92 h 132"/>
                <a:gd name="T42" fmla="*/ 154 w 155"/>
                <a:gd name="T43" fmla="*/ 103 h 132"/>
                <a:gd name="T44" fmla="*/ 150 w 155"/>
                <a:gd name="T45" fmla="*/ 114 h 132"/>
                <a:gd name="T46" fmla="*/ 139 w 155"/>
                <a:gd name="T47" fmla="*/ 118 h 132"/>
                <a:gd name="T48" fmla="*/ 129 w 155"/>
                <a:gd name="T49" fmla="*/ 121 h 132"/>
                <a:gd name="T50" fmla="*/ 118 w 155"/>
                <a:gd name="T51" fmla="*/ 124 h 132"/>
                <a:gd name="T52" fmla="*/ 108 w 155"/>
                <a:gd name="T53" fmla="*/ 126 h 132"/>
                <a:gd name="T54" fmla="*/ 97 w 155"/>
                <a:gd name="T55" fmla="*/ 127 h 132"/>
                <a:gd name="T56" fmla="*/ 86 w 155"/>
                <a:gd name="T57" fmla="*/ 128 h 132"/>
                <a:gd name="T58" fmla="*/ 76 w 155"/>
                <a:gd name="T59" fmla="*/ 129 h 132"/>
                <a:gd name="T60" fmla="*/ 66 w 155"/>
                <a:gd name="T61" fmla="*/ 129 h 132"/>
                <a:gd name="T62" fmla="*/ 64 w 155"/>
                <a:gd name="T63" fmla="*/ 131 h 132"/>
                <a:gd name="T64" fmla="*/ 53 w 155"/>
                <a:gd name="T65" fmla="*/ 131 h 132"/>
                <a:gd name="T66" fmla="*/ 43 w 155"/>
                <a:gd name="T67" fmla="*/ 131 h 132"/>
                <a:gd name="T68" fmla="*/ 32 w 155"/>
                <a:gd name="T69" fmla="*/ 130 h 132"/>
                <a:gd name="T70" fmla="*/ 22 w 155"/>
                <a:gd name="T71" fmla="*/ 128 h 132"/>
                <a:gd name="T72" fmla="*/ 11 w 155"/>
                <a:gd name="T73" fmla="*/ 126 h 132"/>
                <a:gd name="T74" fmla="*/ 3 w 155"/>
                <a:gd name="T75" fmla="*/ 121 h 132"/>
                <a:gd name="T76" fmla="*/ 1 w 155"/>
                <a:gd name="T77" fmla="*/ 109 h 132"/>
                <a:gd name="T78" fmla="*/ 1 w 155"/>
                <a:gd name="T79" fmla="*/ 98 h 132"/>
                <a:gd name="T80" fmla="*/ 0 w 155"/>
                <a:gd name="T81" fmla="*/ 88 h 132"/>
                <a:gd name="T82" fmla="*/ 1 w 155"/>
                <a:gd name="T83" fmla="*/ 77 h 132"/>
                <a:gd name="T84" fmla="*/ 1 w 155"/>
                <a:gd name="T85" fmla="*/ 66 h 132"/>
                <a:gd name="T86" fmla="*/ 3 w 155"/>
                <a:gd name="T87" fmla="*/ 55 h 132"/>
                <a:gd name="T88" fmla="*/ 4 w 155"/>
                <a:gd name="T89" fmla="*/ 45 h 132"/>
                <a:gd name="T90" fmla="*/ 5 w 155"/>
                <a:gd name="T91" fmla="*/ 34 h 132"/>
                <a:gd name="T92" fmla="*/ 7 w 155"/>
                <a:gd name="T93" fmla="*/ 24 h 132"/>
                <a:gd name="T94" fmla="*/ 7 w 155"/>
                <a:gd name="T95" fmla="*/ 14 h 132"/>
                <a:gd name="T96" fmla="*/ 11 w 155"/>
                <a:gd name="T97" fmla="*/ 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32">
                  <a:moveTo>
                    <a:pt x="11" y="5"/>
                  </a:moveTo>
                  <a:cubicBezTo>
                    <a:pt x="13" y="0"/>
                    <a:pt x="15" y="0"/>
                    <a:pt x="19" y="0"/>
                  </a:cubicBezTo>
                  <a:cubicBezTo>
                    <a:pt x="22" y="0"/>
                    <a:pt x="25" y="0"/>
                    <a:pt x="30" y="1"/>
                  </a:cubicBezTo>
                  <a:cubicBezTo>
                    <a:pt x="33" y="2"/>
                    <a:pt x="33" y="1"/>
                    <a:pt x="37" y="2"/>
                  </a:cubicBezTo>
                  <a:cubicBezTo>
                    <a:pt x="40" y="3"/>
                    <a:pt x="40" y="2"/>
                    <a:pt x="45" y="3"/>
                  </a:cubicBezTo>
                  <a:cubicBezTo>
                    <a:pt x="48" y="4"/>
                    <a:pt x="59" y="6"/>
                    <a:pt x="63" y="6"/>
                  </a:cubicBezTo>
                  <a:cubicBezTo>
                    <a:pt x="67" y="7"/>
                    <a:pt x="70" y="9"/>
                    <a:pt x="74" y="9"/>
                  </a:cubicBezTo>
                  <a:cubicBezTo>
                    <a:pt x="78" y="9"/>
                    <a:pt x="82" y="10"/>
                    <a:pt x="86" y="10"/>
                  </a:cubicBezTo>
                  <a:cubicBezTo>
                    <a:pt x="90" y="10"/>
                    <a:pt x="94" y="10"/>
                    <a:pt x="97" y="10"/>
                  </a:cubicBezTo>
                  <a:cubicBezTo>
                    <a:pt x="101" y="10"/>
                    <a:pt x="105" y="9"/>
                    <a:pt x="109" y="9"/>
                  </a:cubicBezTo>
                  <a:cubicBezTo>
                    <a:pt x="113" y="9"/>
                    <a:pt x="117" y="9"/>
                    <a:pt x="120" y="8"/>
                  </a:cubicBezTo>
                  <a:cubicBezTo>
                    <a:pt x="125" y="8"/>
                    <a:pt x="128" y="7"/>
                    <a:pt x="131" y="7"/>
                  </a:cubicBezTo>
                  <a:cubicBezTo>
                    <a:pt x="135" y="5"/>
                    <a:pt x="139" y="6"/>
                    <a:pt x="142" y="6"/>
                  </a:cubicBezTo>
                  <a:cubicBezTo>
                    <a:pt x="146" y="7"/>
                    <a:pt x="149" y="9"/>
                    <a:pt x="151" y="12"/>
                  </a:cubicBezTo>
                  <a:cubicBezTo>
                    <a:pt x="152" y="15"/>
                    <a:pt x="151" y="18"/>
                    <a:pt x="152" y="23"/>
                  </a:cubicBezTo>
                  <a:cubicBezTo>
                    <a:pt x="152" y="25"/>
                    <a:pt x="151" y="30"/>
                    <a:pt x="151" y="35"/>
                  </a:cubicBezTo>
                  <a:cubicBezTo>
                    <a:pt x="151" y="38"/>
                    <a:pt x="151" y="42"/>
                    <a:pt x="151" y="46"/>
                  </a:cubicBezTo>
                  <a:cubicBezTo>
                    <a:pt x="151" y="50"/>
                    <a:pt x="152" y="54"/>
                    <a:pt x="152" y="58"/>
                  </a:cubicBezTo>
                  <a:cubicBezTo>
                    <a:pt x="152" y="62"/>
                    <a:pt x="152" y="66"/>
                    <a:pt x="152" y="69"/>
                  </a:cubicBezTo>
                  <a:cubicBezTo>
                    <a:pt x="152" y="74"/>
                    <a:pt x="153" y="77"/>
                    <a:pt x="153" y="81"/>
                  </a:cubicBezTo>
                  <a:cubicBezTo>
                    <a:pt x="153" y="85"/>
                    <a:pt x="153" y="89"/>
                    <a:pt x="153" y="92"/>
                  </a:cubicBezTo>
                  <a:cubicBezTo>
                    <a:pt x="153" y="99"/>
                    <a:pt x="154" y="97"/>
                    <a:pt x="154" y="103"/>
                  </a:cubicBezTo>
                  <a:cubicBezTo>
                    <a:pt x="153" y="109"/>
                    <a:pt x="155" y="110"/>
                    <a:pt x="150" y="114"/>
                  </a:cubicBezTo>
                  <a:cubicBezTo>
                    <a:pt x="147" y="116"/>
                    <a:pt x="144" y="118"/>
                    <a:pt x="139" y="118"/>
                  </a:cubicBezTo>
                  <a:cubicBezTo>
                    <a:pt x="138" y="119"/>
                    <a:pt x="134" y="120"/>
                    <a:pt x="129" y="121"/>
                  </a:cubicBezTo>
                  <a:cubicBezTo>
                    <a:pt x="126" y="122"/>
                    <a:pt x="122" y="123"/>
                    <a:pt x="118" y="124"/>
                  </a:cubicBezTo>
                  <a:cubicBezTo>
                    <a:pt x="115" y="124"/>
                    <a:pt x="111" y="125"/>
                    <a:pt x="108" y="126"/>
                  </a:cubicBezTo>
                  <a:cubicBezTo>
                    <a:pt x="104" y="126"/>
                    <a:pt x="101" y="127"/>
                    <a:pt x="97" y="127"/>
                  </a:cubicBezTo>
                  <a:cubicBezTo>
                    <a:pt x="94" y="128"/>
                    <a:pt x="90" y="128"/>
                    <a:pt x="86" y="128"/>
                  </a:cubicBezTo>
                  <a:cubicBezTo>
                    <a:pt x="83" y="129"/>
                    <a:pt x="79" y="128"/>
                    <a:pt x="76" y="129"/>
                  </a:cubicBezTo>
                  <a:cubicBezTo>
                    <a:pt x="72" y="129"/>
                    <a:pt x="69" y="129"/>
                    <a:pt x="66" y="129"/>
                  </a:cubicBezTo>
                  <a:cubicBezTo>
                    <a:pt x="63" y="130"/>
                    <a:pt x="66" y="130"/>
                    <a:pt x="64" y="131"/>
                  </a:cubicBezTo>
                  <a:cubicBezTo>
                    <a:pt x="61" y="132"/>
                    <a:pt x="60" y="132"/>
                    <a:pt x="53" y="131"/>
                  </a:cubicBezTo>
                  <a:cubicBezTo>
                    <a:pt x="50" y="131"/>
                    <a:pt x="47" y="131"/>
                    <a:pt x="43" y="131"/>
                  </a:cubicBezTo>
                  <a:cubicBezTo>
                    <a:pt x="40" y="131"/>
                    <a:pt x="36" y="131"/>
                    <a:pt x="32" y="130"/>
                  </a:cubicBezTo>
                  <a:cubicBezTo>
                    <a:pt x="29" y="130"/>
                    <a:pt x="25" y="129"/>
                    <a:pt x="22" y="128"/>
                  </a:cubicBezTo>
                  <a:cubicBezTo>
                    <a:pt x="18" y="127"/>
                    <a:pt x="14" y="127"/>
                    <a:pt x="11" y="126"/>
                  </a:cubicBezTo>
                  <a:cubicBezTo>
                    <a:pt x="7" y="125"/>
                    <a:pt x="4" y="123"/>
                    <a:pt x="3" y="121"/>
                  </a:cubicBezTo>
                  <a:cubicBezTo>
                    <a:pt x="2" y="119"/>
                    <a:pt x="1" y="114"/>
                    <a:pt x="1" y="109"/>
                  </a:cubicBezTo>
                  <a:cubicBezTo>
                    <a:pt x="1" y="106"/>
                    <a:pt x="1" y="102"/>
                    <a:pt x="1" y="98"/>
                  </a:cubicBezTo>
                  <a:cubicBezTo>
                    <a:pt x="1" y="95"/>
                    <a:pt x="0" y="91"/>
                    <a:pt x="0" y="88"/>
                  </a:cubicBezTo>
                  <a:cubicBezTo>
                    <a:pt x="0" y="84"/>
                    <a:pt x="0" y="81"/>
                    <a:pt x="1" y="77"/>
                  </a:cubicBezTo>
                  <a:cubicBezTo>
                    <a:pt x="1" y="73"/>
                    <a:pt x="1" y="70"/>
                    <a:pt x="1" y="66"/>
                  </a:cubicBezTo>
                  <a:cubicBezTo>
                    <a:pt x="1" y="62"/>
                    <a:pt x="2" y="59"/>
                    <a:pt x="3" y="55"/>
                  </a:cubicBezTo>
                  <a:cubicBezTo>
                    <a:pt x="3" y="52"/>
                    <a:pt x="4" y="48"/>
                    <a:pt x="4" y="45"/>
                  </a:cubicBezTo>
                  <a:cubicBezTo>
                    <a:pt x="4" y="41"/>
                    <a:pt x="4" y="38"/>
                    <a:pt x="5" y="34"/>
                  </a:cubicBezTo>
                  <a:cubicBezTo>
                    <a:pt x="5" y="31"/>
                    <a:pt x="6" y="27"/>
                    <a:pt x="7" y="24"/>
                  </a:cubicBezTo>
                  <a:cubicBezTo>
                    <a:pt x="7" y="20"/>
                    <a:pt x="7" y="17"/>
                    <a:pt x="7" y="14"/>
                  </a:cubicBezTo>
                  <a:cubicBezTo>
                    <a:pt x="8" y="9"/>
                    <a:pt x="10" y="5"/>
                    <a:pt x="11"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p:cNvSpPr>
            <p:nvPr userDrawn="1"/>
          </p:nvSpPr>
          <p:spPr bwMode="auto">
            <a:xfrm>
              <a:off x="6927" y="289"/>
              <a:ext cx="273" cy="93"/>
            </a:xfrm>
            <a:custGeom>
              <a:avLst/>
              <a:gdLst>
                <a:gd name="T0" fmla="*/ 263 w 270"/>
                <a:gd name="T1" fmla="*/ 65 h 92"/>
                <a:gd name="T2" fmla="*/ 245 w 270"/>
                <a:gd name="T3" fmla="*/ 68 h 92"/>
                <a:gd name="T4" fmla="*/ 229 w 270"/>
                <a:gd name="T5" fmla="*/ 69 h 92"/>
                <a:gd name="T6" fmla="*/ 213 w 270"/>
                <a:gd name="T7" fmla="*/ 68 h 92"/>
                <a:gd name="T8" fmla="*/ 197 w 270"/>
                <a:gd name="T9" fmla="*/ 69 h 92"/>
                <a:gd name="T10" fmla="*/ 180 w 270"/>
                <a:gd name="T11" fmla="*/ 70 h 92"/>
                <a:gd name="T12" fmla="*/ 166 w 270"/>
                <a:gd name="T13" fmla="*/ 71 h 92"/>
                <a:gd name="T14" fmla="*/ 151 w 270"/>
                <a:gd name="T15" fmla="*/ 70 h 92"/>
                <a:gd name="T16" fmla="*/ 131 w 270"/>
                <a:gd name="T17" fmla="*/ 71 h 92"/>
                <a:gd name="T18" fmla="*/ 115 w 270"/>
                <a:gd name="T19" fmla="*/ 74 h 92"/>
                <a:gd name="T20" fmla="*/ 100 w 270"/>
                <a:gd name="T21" fmla="*/ 75 h 92"/>
                <a:gd name="T22" fmla="*/ 84 w 270"/>
                <a:gd name="T23" fmla="*/ 78 h 92"/>
                <a:gd name="T24" fmla="*/ 69 w 270"/>
                <a:gd name="T25" fmla="*/ 81 h 92"/>
                <a:gd name="T26" fmla="*/ 54 w 270"/>
                <a:gd name="T27" fmla="*/ 83 h 92"/>
                <a:gd name="T28" fmla="*/ 44 w 270"/>
                <a:gd name="T29" fmla="*/ 87 h 92"/>
                <a:gd name="T30" fmla="*/ 26 w 270"/>
                <a:gd name="T31" fmla="*/ 91 h 92"/>
                <a:gd name="T32" fmla="*/ 9 w 270"/>
                <a:gd name="T33" fmla="*/ 86 h 92"/>
                <a:gd name="T34" fmla="*/ 5 w 270"/>
                <a:gd name="T35" fmla="*/ 72 h 92"/>
                <a:gd name="T36" fmla="*/ 3 w 270"/>
                <a:gd name="T37" fmla="*/ 64 h 92"/>
                <a:gd name="T38" fmla="*/ 5 w 270"/>
                <a:gd name="T39" fmla="*/ 45 h 92"/>
                <a:gd name="T40" fmla="*/ 17 w 270"/>
                <a:gd name="T41" fmla="*/ 37 h 92"/>
                <a:gd name="T42" fmla="*/ 33 w 270"/>
                <a:gd name="T43" fmla="*/ 29 h 92"/>
                <a:gd name="T44" fmla="*/ 48 w 270"/>
                <a:gd name="T45" fmla="*/ 24 h 92"/>
                <a:gd name="T46" fmla="*/ 64 w 270"/>
                <a:gd name="T47" fmla="*/ 20 h 92"/>
                <a:gd name="T48" fmla="*/ 80 w 270"/>
                <a:gd name="T49" fmla="*/ 16 h 92"/>
                <a:gd name="T50" fmla="*/ 96 w 270"/>
                <a:gd name="T51" fmla="*/ 12 h 92"/>
                <a:gd name="T52" fmla="*/ 113 w 270"/>
                <a:gd name="T53" fmla="*/ 9 h 92"/>
                <a:gd name="T54" fmla="*/ 130 w 270"/>
                <a:gd name="T55" fmla="*/ 7 h 92"/>
                <a:gd name="T56" fmla="*/ 147 w 270"/>
                <a:gd name="T57" fmla="*/ 5 h 92"/>
                <a:gd name="T58" fmla="*/ 163 w 270"/>
                <a:gd name="T59" fmla="*/ 3 h 92"/>
                <a:gd name="T60" fmla="*/ 182 w 270"/>
                <a:gd name="T61" fmla="*/ 3 h 92"/>
                <a:gd name="T62" fmla="*/ 195 w 270"/>
                <a:gd name="T63" fmla="*/ 1 h 92"/>
                <a:gd name="T64" fmla="*/ 211 w 270"/>
                <a:gd name="T65" fmla="*/ 0 h 92"/>
                <a:gd name="T66" fmla="*/ 228 w 270"/>
                <a:gd name="T67" fmla="*/ 0 h 92"/>
                <a:gd name="T68" fmla="*/ 242 w 270"/>
                <a:gd name="T69" fmla="*/ 0 h 92"/>
                <a:gd name="T70" fmla="*/ 261 w 270"/>
                <a:gd name="T71" fmla="*/ 3 h 92"/>
                <a:gd name="T72" fmla="*/ 267 w 270"/>
                <a:gd name="T73" fmla="*/ 16 h 92"/>
                <a:gd name="T74" fmla="*/ 268 w 270"/>
                <a:gd name="T75" fmla="*/ 29 h 92"/>
                <a:gd name="T76" fmla="*/ 270 w 270"/>
                <a:gd name="T77" fmla="*/ 54 h 92"/>
                <a:gd name="T78" fmla="*/ 263 w 270"/>
                <a:gd name="T79" fmla="*/ 6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0" h="92">
                  <a:moveTo>
                    <a:pt x="263" y="65"/>
                  </a:moveTo>
                  <a:cubicBezTo>
                    <a:pt x="261" y="66"/>
                    <a:pt x="252" y="68"/>
                    <a:pt x="245" y="68"/>
                  </a:cubicBezTo>
                  <a:cubicBezTo>
                    <a:pt x="241" y="68"/>
                    <a:pt x="236" y="68"/>
                    <a:pt x="229" y="69"/>
                  </a:cubicBezTo>
                  <a:cubicBezTo>
                    <a:pt x="224" y="69"/>
                    <a:pt x="219" y="68"/>
                    <a:pt x="213" y="68"/>
                  </a:cubicBezTo>
                  <a:cubicBezTo>
                    <a:pt x="208" y="69"/>
                    <a:pt x="203" y="69"/>
                    <a:pt x="197" y="69"/>
                  </a:cubicBezTo>
                  <a:cubicBezTo>
                    <a:pt x="192" y="69"/>
                    <a:pt x="186" y="70"/>
                    <a:pt x="180" y="70"/>
                  </a:cubicBezTo>
                  <a:cubicBezTo>
                    <a:pt x="175" y="71"/>
                    <a:pt x="172" y="70"/>
                    <a:pt x="166" y="71"/>
                  </a:cubicBezTo>
                  <a:cubicBezTo>
                    <a:pt x="161" y="71"/>
                    <a:pt x="156" y="69"/>
                    <a:pt x="151" y="70"/>
                  </a:cubicBezTo>
                  <a:cubicBezTo>
                    <a:pt x="146" y="70"/>
                    <a:pt x="137" y="71"/>
                    <a:pt x="131" y="71"/>
                  </a:cubicBezTo>
                  <a:cubicBezTo>
                    <a:pt x="126" y="72"/>
                    <a:pt x="120" y="74"/>
                    <a:pt x="115" y="74"/>
                  </a:cubicBezTo>
                  <a:cubicBezTo>
                    <a:pt x="110" y="75"/>
                    <a:pt x="105" y="75"/>
                    <a:pt x="100" y="75"/>
                  </a:cubicBezTo>
                  <a:cubicBezTo>
                    <a:pt x="95" y="76"/>
                    <a:pt x="89" y="78"/>
                    <a:pt x="84" y="78"/>
                  </a:cubicBezTo>
                  <a:cubicBezTo>
                    <a:pt x="78" y="79"/>
                    <a:pt x="73" y="80"/>
                    <a:pt x="69" y="81"/>
                  </a:cubicBezTo>
                  <a:cubicBezTo>
                    <a:pt x="63" y="82"/>
                    <a:pt x="59" y="82"/>
                    <a:pt x="54" y="83"/>
                  </a:cubicBezTo>
                  <a:cubicBezTo>
                    <a:pt x="50" y="84"/>
                    <a:pt x="47" y="86"/>
                    <a:pt x="44" y="87"/>
                  </a:cubicBezTo>
                  <a:cubicBezTo>
                    <a:pt x="36" y="89"/>
                    <a:pt x="30" y="90"/>
                    <a:pt x="26" y="91"/>
                  </a:cubicBezTo>
                  <a:cubicBezTo>
                    <a:pt x="16" y="92"/>
                    <a:pt x="11" y="90"/>
                    <a:pt x="9" y="86"/>
                  </a:cubicBezTo>
                  <a:cubicBezTo>
                    <a:pt x="6" y="83"/>
                    <a:pt x="5" y="77"/>
                    <a:pt x="5" y="72"/>
                  </a:cubicBezTo>
                  <a:cubicBezTo>
                    <a:pt x="4" y="66"/>
                    <a:pt x="4" y="69"/>
                    <a:pt x="3" y="64"/>
                  </a:cubicBezTo>
                  <a:cubicBezTo>
                    <a:pt x="2" y="56"/>
                    <a:pt x="0" y="50"/>
                    <a:pt x="5" y="45"/>
                  </a:cubicBezTo>
                  <a:cubicBezTo>
                    <a:pt x="8" y="43"/>
                    <a:pt x="12" y="40"/>
                    <a:pt x="17" y="37"/>
                  </a:cubicBezTo>
                  <a:cubicBezTo>
                    <a:pt x="25" y="33"/>
                    <a:pt x="22" y="34"/>
                    <a:pt x="33" y="29"/>
                  </a:cubicBezTo>
                  <a:cubicBezTo>
                    <a:pt x="37" y="28"/>
                    <a:pt x="42" y="26"/>
                    <a:pt x="48" y="24"/>
                  </a:cubicBezTo>
                  <a:cubicBezTo>
                    <a:pt x="53" y="22"/>
                    <a:pt x="58" y="21"/>
                    <a:pt x="64" y="20"/>
                  </a:cubicBezTo>
                  <a:cubicBezTo>
                    <a:pt x="69" y="18"/>
                    <a:pt x="74" y="17"/>
                    <a:pt x="80" y="16"/>
                  </a:cubicBezTo>
                  <a:cubicBezTo>
                    <a:pt x="85" y="15"/>
                    <a:pt x="91" y="13"/>
                    <a:pt x="96" y="12"/>
                  </a:cubicBezTo>
                  <a:cubicBezTo>
                    <a:pt x="102" y="11"/>
                    <a:pt x="107" y="10"/>
                    <a:pt x="113" y="9"/>
                  </a:cubicBezTo>
                  <a:cubicBezTo>
                    <a:pt x="118" y="8"/>
                    <a:pt x="124" y="8"/>
                    <a:pt x="130" y="7"/>
                  </a:cubicBezTo>
                  <a:cubicBezTo>
                    <a:pt x="136" y="6"/>
                    <a:pt x="141" y="6"/>
                    <a:pt x="147" y="5"/>
                  </a:cubicBezTo>
                  <a:cubicBezTo>
                    <a:pt x="152" y="4"/>
                    <a:pt x="158" y="3"/>
                    <a:pt x="163" y="3"/>
                  </a:cubicBezTo>
                  <a:cubicBezTo>
                    <a:pt x="168" y="2"/>
                    <a:pt x="176" y="3"/>
                    <a:pt x="182" y="3"/>
                  </a:cubicBezTo>
                  <a:cubicBezTo>
                    <a:pt x="187" y="2"/>
                    <a:pt x="190" y="1"/>
                    <a:pt x="195" y="1"/>
                  </a:cubicBezTo>
                  <a:cubicBezTo>
                    <a:pt x="200" y="1"/>
                    <a:pt x="206" y="1"/>
                    <a:pt x="211" y="0"/>
                  </a:cubicBezTo>
                  <a:cubicBezTo>
                    <a:pt x="217" y="0"/>
                    <a:pt x="222" y="0"/>
                    <a:pt x="228" y="0"/>
                  </a:cubicBezTo>
                  <a:cubicBezTo>
                    <a:pt x="232" y="0"/>
                    <a:pt x="237" y="0"/>
                    <a:pt x="242" y="0"/>
                  </a:cubicBezTo>
                  <a:cubicBezTo>
                    <a:pt x="250" y="0"/>
                    <a:pt x="257" y="0"/>
                    <a:pt x="261" y="3"/>
                  </a:cubicBezTo>
                  <a:cubicBezTo>
                    <a:pt x="267" y="7"/>
                    <a:pt x="267" y="9"/>
                    <a:pt x="267" y="16"/>
                  </a:cubicBezTo>
                  <a:cubicBezTo>
                    <a:pt x="267" y="25"/>
                    <a:pt x="266" y="21"/>
                    <a:pt x="268" y="29"/>
                  </a:cubicBezTo>
                  <a:cubicBezTo>
                    <a:pt x="269" y="38"/>
                    <a:pt x="269" y="46"/>
                    <a:pt x="270" y="54"/>
                  </a:cubicBezTo>
                  <a:cubicBezTo>
                    <a:pt x="270" y="58"/>
                    <a:pt x="268" y="61"/>
                    <a:pt x="263" y="65"/>
                  </a:cubicBezTo>
                </a:path>
              </a:pathLst>
            </a:custGeom>
            <a:solidFill>
              <a:srgbClr val="2938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9"/>
            <p:cNvSpPr>
              <a:spLocks noChangeArrowheads="1"/>
            </p:cNvSpPr>
            <p:nvPr userDrawn="1"/>
          </p:nvSpPr>
          <p:spPr bwMode="auto">
            <a:xfrm>
              <a:off x="6969" y="330"/>
              <a:ext cx="10" cy="1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0"/>
            <p:cNvSpPr>
              <a:spLocks/>
            </p:cNvSpPr>
            <p:nvPr userDrawn="1"/>
          </p:nvSpPr>
          <p:spPr bwMode="auto">
            <a:xfrm>
              <a:off x="7000" y="346"/>
              <a:ext cx="10" cy="11"/>
            </a:xfrm>
            <a:custGeom>
              <a:avLst/>
              <a:gdLst>
                <a:gd name="T0" fmla="*/ 5 w 10"/>
                <a:gd name="T1" fmla="*/ 10 h 11"/>
                <a:gd name="T2" fmla="*/ 10 w 10"/>
                <a:gd name="T3" fmla="*/ 5 h 11"/>
                <a:gd name="T4" fmla="*/ 5 w 10"/>
                <a:gd name="T5" fmla="*/ 0 h 11"/>
                <a:gd name="T6" fmla="*/ 0 w 10"/>
                <a:gd name="T7" fmla="*/ 5 h 11"/>
                <a:gd name="T8" fmla="*/ 5 w 10"/>
                <a:gd name="T9" fmla="*/ 10 h 11"/>
              </a:gdLst>
              <a:ahLst/>
              <a:cxnLst>
                <a:cxn ang="0">
                  <a:pos x="T0" y="T1"/>
                </a:cxn>
                <a:cxn ang="0">
                  <a:pos x="T2" y="T3"/>
                </a:cxn>
                <a:cxn ang="0">
                  <a:pos x="T4" y="T5"/>
                </a:cxn>
                <a:cxn ang="0">
                  <a:pos x="T6" y="T7"/>
                </a:cxn>
                <a:cxn ang="0">
                  <a:pos x="T8" y="T9"/>
                </a:cxn>
              </a:cxnLst>
              <a:rect l="0" t="0" r="r" b="b"/>
              <a:pathLst>
                <a:path w="10" h="11">
                  <a:moveTo>
                    <a:pt x="5" y="10"/>
                  </a:moveTo>
                  <a:cubicBezTo>
                    <a:pt x="8" y="10"/>
                    <a:pt x="10" y="7"/>
                    <a:pt x="10" y="5"/>
                  </a:cubicBezTo>
                  <a:cubicBezTo>
                    <a:pt x="10" y="2"/>
                    <a:pt x="8" y="0"/>
                    <a:pt x="5" y="0"/>
                  </a:cubicBezTo>
                  <a:cubicBezTo>
                    <a:pt x="2" y="0"/>
                    <a:pt x="0" y="2"/>
                    <a:pt x="0" y="5"/>
                  </a:cubicBezTo>
                  <a:cubicBezTo>
                    <a:pt x="0" y="11"/>
                    <a:pt x="4" y="10"/>
                    <a:pt x="5"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Oval 11"/>
            <p:cNvSpPr>
              <a:spLocks noChangeArrowheads="1"/>
            </p:cNvSpPr>
            <p:nvPr userDrawn="1"/>
          </p:nvSpPr>
          <p:spPr bwMode="auto">
            <a:xfrm>
              <a:off x="6983" y="349"/>
              <a:ext cx="10" cy="1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p:cNvSpPr>
              <a:spLocks/>
            </p:cNvSpPr>
            <p:nvPr userDrawn="1"/>
          </p:nvSpPr>
          <p:spPr bwMode="auto">
            <a:xfrm>
              <a:off x="7049" y="328"/>
              <a:ext cx="11" cy="10"/>
            </a:xfrm>
            <a:custGeom>
              <a:avLst/>
              <a:gdLst>
                <a:gd name="T0" fmla="*/ 6 w 11"/>
                <a:gd name="T1" fmla="*/ 10 h 10"/>
                <a:gd name="T2" fmla="*/ 11 w 11"/>
                <a:gd name="T3" fmla="*/ 4 h 10"/>
                <a:gd name="T4" fmla="*/ 6 w 11"/>
                <a:gd name="T5" fmla="*/ 0 h 10"/>
                <a:gd name="T6" fmla="*/ 1 w 11"/>
                <a:gd name="T7" fmla="*/ 5 h 10"/>
                <a:gd name="T8" fmla="*/ 6 w 11"/>
                <a:gd name="T9" fmla="*/ 10 h 10"/>
              </a:gdLst>
              <a:ahLst/>
              <a:cxnLst>
                <a:cxn ang="0">
                  <a:pos x="T0" y="T1"/>
                </a:cxn>
                <a:cxn ang="0">
                  <a:pos x="T2" y="T3"/>
                </a:cxn>
                <a:cxn ang="0">
                  <a:pos x="T4" y="T5"/>
                </a:cxn>
                <a:cxn ang="0">
                  <a:pos x="T6" y="T7"/>
                </a:cxn>
                <a:cxn ang="0">
                  <a:pos x="T8" y="T9"/>
                </a:cxn>
              </a:cxnLst>
              <a:rect l="0" t="0" r="r" b="b"/>
              <a:pathLst>
                <a:path w="11" h="10">
                  <a:moveTo>
                    <a:pt x="6" y="10"/>
                  </a:moveTo>
                  <a:cubicBezTo>
                    <a:pt x="9" y="10"/>
                    <a:pt x="11" y="7"/>
                    <a:pt x="11" y="4"/>
                  </a:cubicBezTo>
                  <a:cubicBezTo>
                    <a:pt x="11" y="2"/>
                    <a:pt x="9" y="0"/>
                    <a:pt x="6" y="0"/>
                  </a:cubicBezTo>
                  <a:cubicBezTo>
                    <a:pt x="3" y="0"/>
                    <a:pt x="0" y="1"/>
                    <a:pt x="1" y="5"/>
                  </a:cubicBezTo>
                  <a:cubicBezTo>
                    <a:pt x="2" y="7"/>
                    <a:pt x="3" y="10"/>
                    <a:pt x="6"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Oval 13"/>
            <p:cNvSpPr>
              <a:spLocks noChangeArrowheads="1"/>
            </p:cNvSpPr>
            <p:nvPr userDrawn="1"/>
          </p:nvSpPr>
          <p:spPr bwMode="auto">
            <a:xfrm>
              <a:off x="7022" y="335"/>
              <a:ext cx="9" cy="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4"/>
            <p:cNvSpPr>
              <a:spLocks/>
            </p:cNvSpPr>
            <p:nvPr userDrawn="1"/>
          </p:nvSpPr>
          <p:spPr bwMode="auto">
            <a:xfrm>
              <a:off x="7007" y="330"/>
              <a:ext cx="10" cy="11"/>
            </a:xfrm>
            <a:custGeom>
              <a:avLst/>
              <a:gdLst>
                <a:gd name="T0" fmla="*/ 5 w 10"/>
                <a:gd name="T1" fmla="*/ 10 h 11"/>
                <a:gd name="T2" fmla="*/ 10 w 10"/>
                <a:gd name="T3" fmla="*/ 5 h 11"/>
                <a:gd name="T4" fmla="*/ 5 w 10"/>
                <a:gd name="T5" fmla="*/ 0 h 11"/>
                <a:gd name="T6" fmla="*/ 0 w 10"/>
                <a:gd name="T7" fmla="*/ 5 h 11"/>
                <a:gd name="T8" fmla="*/ 5 w 10"/>
                <a:gd name="T9" fmla="*/ 10 h 11"/>
              </a:gdLst>
              <a:ahLst/>
              <a:cxnLst>
                <a:cxn ang="0">
                  <a:pos x="T0" y="T1"/>
                </a:cxn>
                <a:cxn ang="0">
                  <a:pos x="T2" y="T3"/>
                </a:cxn>
                <a:cxn ang="0">
                  <a:pos x="T4" y="T5"/>
                </a:cxn>
                <a:cxn ang="0">
                  <a:pos x="T6" y="T7"/>
                </a:cxn>
                <a:cxn ang="0">
                  <a:pos x="T8" y="T9"/>
                </a:cxn>
              </a:cxnLst>
              <a:rect l="0" t="0" r="r" b="b"/>
              <a:pathLst>
                <a:path w="10" h="11">
                  <a:moveTo>
                    <a:pt x="5" y="10"/>
                  </a:moveTo>
                  <a:cubicBezTo>
                    <a:pt x="8" y="11"/>
                    <a:pt x="10" y="8"/>
                    <a:pt x="10" y="5"/>
                  </a:cubicBezTo>
                  <a:cubicBezTo>
                    <a:pt x="10" y="2"/>
                    <a:pt x="8" y="0"/>
                    <a:pt x="5" y="0"/>
                  </a:cubicBezTo>
                  <a:cubicBezTo>
                    <a:pt x="2" y="0"/>
                    <a:pt x="0" y="2"/>
                    <a:pt x="0" y="5"/>
                  </a:cubicBezTo>
                  <a:cubicBezTo>
                    <a:pt x="0" y="8"/>
                    <a:pt x="0" y="9"/>
                    <a:pt x="5"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5"/>
            <p:cNvSpPr>
              <a:spLocks/>
            </p:cNvSpPr>
            <p:nvPr userDrawn="1"/>
          </p:nvSpPr>
          <p:spPr bwMode="auto">
            <a:xfrm>
              <a:off x="7037" y="313"/>
              <a:ext cx="10" cy="9"/>
            </a:xfrm>
            <a:custGeom>
              <a:avLst/>
              <a:gdLst>
                <a:gd name="T0" fmla="*/ 5 w 10"/>
                <a:gd name="T1" fmla="*/ 9 h 9"/>
                <a:gd name="T2" fmla="*/ 10 w 10"/>
                <a:gd name="T3" fmla="*/ 5 h 9"/>
                <a:gd name="T4" fmla="*/ 5 w 10"/>
                <a:gd name="T5" fmla="*/ 0 h 9"/>
                <a:gd name="T6" fmla="*/ 0 w 10"/>
                <a:gd name="T7" fmla="*/ 5 h 9"/>
                <a:gd name="T8" fmla="*/ 5 w 10"/>
                <a:gd name="T9" fmla="*/ 9 h 9"/>
              </a:gdLst>
              <a:ahLst/>
              <a:cxnLst>
                <a:cxn ang="0">
                  <a:pos x="T0" y="T1"/>
                </a:cxn>
                <a:cxn ang="0">
                  <a:pos x="T2" y="T3"/>
                </a:cxn>
                <a:cxn ang="0">
                  <a:pos x="T4" y="T5"/>
                </a:cxn>
                <a:cxn ang="0">
                  <a:pos x="T6" y="T7"/>
                </a:cxn>
                <a:cxn ang="0">
                  <a:pos x="T8" y="T9"/>
                </a:cxn>
              </a:cxnLst>
              <a:rect l="0" t="0" r="r" b="b"/>
              <a:pathLst>
                <a:path w="10" h="9">
                  <a:moveTo>
                    <a:pt x="5" y="9"/>
                  </a:moveTo>
                  <a:cubicBezTo>
                    <a:pt x="8" y="9"/>
                    <a:pt x="10" y="8"/>
                    <a:pt x="10" y="5"/>
                  </a:cubicBezTo>
                  <a:cubicBezTo>
                    <a:pt x="10" y="3"/>
                    <a:pt x="8" y="0"/>
                    <a:pt x="5" y="0"/>
                  </a:cubicBezTo>
                  <a:cubicBezTo>
                    <a:pt x="2" y="0"/>
                    <a:pt x="0" y="3"/>
                    <a:pt x="0" y="5"/>
                  </a:cubicBezTo>
                  <a:cubicBezTo>
                    <a:pt x="0" y="8"/>
                    <a:pt x="3" y="9"/>
                    <a:pt x="5"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Oval 16"/>
            <p:cNvSpPr>
              <a:spLocks noChangeArrowheads="1"/>
            </p:cNvSpPr>
            <p:nvPr userDrawn="1"/>
          </p:nvSpPr>
          <p:spPr bwMode="auto">
            <a:xfrm>
              <a:off x="7052" y="305"/>
              <a:ext cx="10" cy="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Oval 17"/>
            <p:cNvSpPr>
              <a:spLocks noChangeArrowheads="1"/>
            </p:cNvSpPr>
            <p:nvPr userDrawn="1"/>
          </p:nvSpPr>
          <p:spPr bwMode="auto">
            <a:xfrm>
              <a:off x="6966" y="352"/>
              <a:ext cx="7" cy="8"/>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Oval 18"/>
            <p:cNvSpPr>
              <a:spLocks noChangeArrowheads="1"/>
            </p:cNvSpPr>
            <p:nvPr userDrawn="1"/>
          </p:nvSpPr>
          <p:spPr bwMode="auto">
            <a:xfrm>
              <a:off x="7011" y="312"/>
              <a:ext cx="7" cy="8"/>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Oval 19"/>
            <p:cNvSpPr>
              <a:spLocks noChangeArrowheads="1"/>
            </p:cNvSpPr>
            <p:nvPr userDrawn="1"/>
          </p:nvSpPr>
          <p:spPr bwMode="auto">
            <a:xfrm>
              <a:off x="6993" y="331"/>
              <a:ext cx="8" cy="6"/>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Oval 20"/>
            <p:cNvSpPr>
              <a:spLocks noChangeArrowheads="1"/>
            </p:cNvSpPr>
            <p:nvPr userDrawn="1"/>
          </p:nvSpPr>
          <p:spPr bwMode="auto">
            <a:xfrm>
              <a:off x="7038" y="339"/>
              <a:ext cx="8" cy="7"/>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1"/>
            <p:cNvSpPr>
              <a:spLocks/>
            </p:cNvSpPr>
            <p:nvPr userDrawn="1"/>
          </p:nvSpPr>
          <p:spPr bwMode="auto">
            <a:xfrm>
              <a:off x="7109" y="333"/>
              <a:ext cx="14" cy="15"/>
            </a:xfrm>
            <a:custGeom>
              <a:avLst/>
              <a:gdLst>
                <a:gd name="T0" fmla="*/ 7 w 14"/>
                <a:gd name="T1" fmla="*/ 15 h 15"/>
                <a:gd name="T2" fmla="*/ 14 w 14"/>
                <a:gd name="T3" fmla="*/ 7 h 15"/>
                <a:gd name="T4" fmla="*/ 6 w 14"/>
                <a:gd name="T5" fmla="*/ 0 h 15"/>
                <a:gd name="T6" fmla="*/ 0 w 14"/>
                <a:gd name="T7" fmla="*/ 8 h 15"/>
                <a:gd name="T8" fmla="*/ 7 w 14"/>
                <a:gd name="T9" fmla="*/ 15 h 15"/>
              </a:gdLst>
              <a:ahLst/>
              <a:cxnLst>
                <a:cxn ang="0">
                  <a:pos x="T0" y="T1"/>
                </a:cxn>
                <a:cxn ang="0">
                  <a:pos x="T2" y="T3"/>
                </a:cxn>
                <a:cxn ang="0">
                  <a:pos x="T4" y="T5"/>
                </a:cxn>
                <a:cxn ang="0">
                  <a:pos x="T6" y="T7"/>
                </a:cxn>
                <a:cxn ang="0">
                  <a:pos x="T8" y="T9"/>
                </a:cxn>
              </a:cxnLst>
              <a:rect l="0" t="0" r="r" b="b"/>
              <a:pathLst>
                <a:path w="14" h="15">
                  <a:moveTo>
                    <a:pt x="7" y="15"/>
                  </a:moveTo>
                  <a:cubicBezTo>
                    <a:pt x="10" y="15"/>
                    <a:pt x="14" y="11"/>
                    <a:pt x="14" y="7"/>
                  </a:cubicBezTo>
                  <a:cubicBezTo>
                    <a:pt x="14" y="4"/>
                    <a:pt x="10" y="0"/>
                    <a:pt x="6" y="0"/>
                  </a:cubicBezTo>
                  <a:cubicBezTo>
                    <a:pt x="2" y="0"/>
                    <a:pt x="0" y="4"/>
                    <a:pt x="0" y="8"/>
                  </a:cubicBezTo>
                  <a:cubicBezTo>
                    <a:pt x="0" y="11"/>
                    <a:pt x="3" y="15"/>
                    <a:pt x="7" y="15"/>
                  </a:cubicBezTo>
                  <a:close/>
                </a:path>
              </a:pathLst>
            </a:cu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Oval 22"/>
            <p:cNvSpPr>
              <a:spLocks noChangeArrowheads="1"/>
            </p:cNvSpPr>
            <p:nvPr userDrawn="1"/>
          </p:nvSpPr>
          <p:spPr bwMode="auto">
            <a:xfrm>
              <a:off x="7100" y="309"/>
              <a:ext cx="15" cy="14"/>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Oval 23"/>
            <p:cNvSpPr>
              <a:spLocks noChangeArrowheads="1"/>
            </p:cNvSpPr>
            <p:nvPr userDrawn="1"/>
          </p:nvSpPr>
          <p:spPr bwMode="auto">
            <a:xfrm>
              <a:off x="7142" y="312"/>
              <a:ext cx="14" cy="13"/>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Oval 24"/>
            <p:cNvSpPr>
              <a:spLocks noChangeArrowheads="1"/>
            </p:cNvSpPr>
            <p:nvPr userDrawn="1"/>
          </p:nvSpPr>
          <p:spPr bwMode="auto">
            <a:xfrm>
              <a:off x="7126" y="325"/>
              <a:ext cx="15" cy="14"/>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25"/>
            <p:cNvSpPr>
              <a:spLocks noChangeArrowheads="1"/>
            </p:cNvSpPr>
            <p:nvPr userDrawn="1"/>
          </p:nvSpPr>
          <p:spPr bwMode="auto">
            <a:xfrm>
              <a:off x="7034" y="174"/>
              <a:ext cx="11" cy="11"/>
            </a:xfrm>
            <a:prstGeom prst="rect">
              <a:avLst/>
            </a:pr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68" name="Rectangle 26"/>
            <p:cNvSpPr>
              <a:spLocks noChangeArrowheads="1"/>
            </p:cNvSpPr>
            <p:nvPr userDrawn="1"/>
          </p:nvSpPr>
          <p:spPr bwMode="auto">
            <a:xfrm>
              <a:off x="7118" y="164"/>
              <a:ext cx="11" cy="12"/>
            </a:xfrm>
            <a:prstGeom prst="rect">
              <a:avLst/>
            </a:pr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69" name="Rectangle 27"/>
            <p:cNvSpPr>
              <a:spLocks noChangeArrowheads="1"/>
            </p:cNvSpPr>
            <p:nvPr userDrawn="1"/>
          </p:nvSpPr>
          <p:spPr bwMode="auto">
            <a:xfrm>
              <a:off x="7134" y="216"/>
              <a:ext cx="11" cy="11"/>
            </a:xfrm>
            <a:prstGeom prst="rect">
              <a:avLst/>
            </a:pr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0" name="Rectangle 28"/>
            <p:cNvSpPr>
              <a:spLocks noChangeArrowheads="1"/>
            </p:cNvSpPr>
            <p:nvPr userDrawn="1"/>
          </p:nvSpPr>
          <p:spPr bwMode="auto">
            <a:xfrm>
              <a:off x="7084" y="227"/>
              <a:ext cx="11" cy="11"/>
            </a:xfrm>
            <a:prstGeom prst="rect">
              <a:avLst/>
            </a:pr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2" name="Rectangle 29"/>
            <p:cNvSpPr>
              <a:spLocks noChangeArrowheads="1"/>
            </p:cNvSpPr>
            <p:nvPr userDrawn="1"/>
          </p:nvSpPr>
          <p:spPr bwMode="auto">
            <a:xfrm>
              <a:off x="7059" y="224"/>
              <a:ext cx="12" cy="11"/>
            </a:xfrm>
            <a:prstGeom prst="rect">
              <a:avLst/>
            </a:pr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3" name="Freeform 30"/>
            <p:cNvSpPr>
              <a:spLocks/>
            </p:cNvSpPr>
            <p:nvPr userDrawn="1"/>
          </p:nvSpPr>
          <p:spPr bwMode="auto">
            <a:xfrm>
              <a:off x="7009" y="235"/>
              <a:ext cx="15" cy="15"/>
            </a:xfrm>
            <a:custGeom>
              <a:avLst/>
              <a:gdLst>
                <a:gd name="T0" fmla="*/ 10 w 15"/>
                <a:gd name="T1" fmla="*/ 15 h 15"/>
                <a:gd name="T2" fmla="*/ 15 w 15"/>
                <a:gd name="T3" fmla="*/ 5 h 15"/>
                <a:gd name="T4" fmla="*/ 5 w 15"/>
                <a:gd name="T5" fmla="*/ 0 h 15"/>
                <a:gd name="T6" fmla="*/ 0 w 15"/>
                <a:gd name="T7" fmla="*/ 10 h 15"/>
                <a:gd name="T8" fmla="*/ 10 w 15"/>
                <a:gd name="T9" fmla="*/ 15 h 15"/>
              </a:gdLst>
              <a:ahLst/>
              <a:cxnLst>
                <a:cxn ang="0">
                  <a:pos x="T0" y="T1"/>
                </a:cxn>
                <a:cxn ang="0">
                  <a:pos x="T2" y="T3"/>
                </a:cxn>
                <a:cxn ang="0">
                  <a:pos x="T4" y="T5"/>
                </a:cxn>
                <a:cxn ang="0">
                  <a:pos x="T6" y="T7"/>
                </a:cxn>
                <a:cxn ang="0">
                  <a:pos x="T8" y="T9"/>
                </a:cxn>
              </a:cxnLst>
              <a:rect l="0" t="0" r="r" b="b"/>
              <a:pathLst>
                <a:path w="15" h="15">
                  <a:moveTo>
                    <a:pt x="10" y="15"/>
                  </a:moveTo>
                  <a:lnTo>
                    <a:pt x="15" y="5"/>
                  </a:lnTo>
                  <a:lnTo>
                    <a:pt x="5" y="0"/>
                  </a:lnTo>
                  <a:lnTo>
                    <a:pt x="0" y="10"/>
                  </a:lnTo>
                  <a:lnTo>
                    <a:pt x="10" y="15"/>
                  </a:lnTo>
                  <a:close/>
                </a:path>
              </a:pathLst>
            </a:cu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4" name="Freeform 31"/>
            <p:cNvSpPr>
              <a:spLocks/>
            </p:cNvSpPr>
            <p:nvPr userDrawn="1"/>
          </p:nvSpPr>
          <p:spPr bwMode="auto">
            <a:xfrm>
              <a:off x="7022" y="176"/>
              <a:ext cx="102" cy="53"/>
            </a:xfrm>
            <a:custGeom>
              <a:avLst/>
              <a:gdLst>
                <a:gd name="T0" fmla="*/ 15 w 102"/>
                <a:gd name="T1" fmla="*/ 18 h 53"/>
                <a:gd name="T2" fmla="*/ 0 w 102"/>
                <a:gd name="T3" fmla="*/ 53 h 53"/>
                <a:gd name="T4" fmla="*/ 43 w 102"/>
                <a:gd name="T5" fmla="*/ 39 h 53"/>
                <a:gd name="T6" fmla="*/ 102 w 102"/>
                <a:gd name="T7" fmla="*/ 6 h 53"/>
                <a:gd name="T8" fmla="*/ 102 w 102"/>
                <a:gd name="T9" fmla="*/ 0 h 53"/>
              </a:gdLst>
              <a:ahLst/>
              <a:cxnLst>
                <a:cxn ang="0">
                  <a:pos x="T0" y="T1"/>
                </a:cxn>
                <a:cxn ang="0">
                  <a:pos x="T2" y="T3"/>
                </a:cxn>
                <a:cxn ang="0">
                  <a:pos x="T4" y="T5"/>
                </a:cxn>
                <a:cxn ang="0">
                  <a:pos x="T6" y="T7"/>
                </a:cxn>
                <a:cxn ang="0">
                  <a:pos x="T8" y="T9"/>
                </a:cxn>
              </a:cxnLst>
              <a:rect l="0" t="0" r="r" b="b"/>
              <a:pathLst>
                <a:path w="102" h="53">
                  <a:moveTo>
                    <a:pt x="15" y="18"/>
                  </a:moveTo>
                  <a:lnTo>
                    <a:pt x="0" y="53"/>
                  </a:lnTo>
                  <a:lnTo>
                    <a:pt x="43" y="39"/>
                  </a:lnTo>
                  <a:lnTo>
                    <a:pt x="102" y="6"/>
                  </a:lnTo>
                  <a:lnTo>
                    <a:pt x="102" y="0"/>
                  </a:lnTo>
                </a:path>
              </a:pathLst>
            </a:cu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5" name="Freeform 32"/>
            <p:cNvSpPr>
              <a:spLocks/>
            </p:cNvSpPr>
            <p:nvPr userDrawn="1"/>
          </p:nvSpPr>
          <p:spPr bwMode="auto">
            <a:xfrm>
              <a:off x="7040" y="184"/>
              <a:ext cx="100" cy="24"/>
            </a:xfrm>
            <a:custGeom>
              <a:avLst/>
              <a:gdLst>
                <a:gd name="T0" fmla="*/ 0 w 100"/>
                <a:gd name="T1" fmla="*/ 7 h 24"/>
                <a:gd name="T2" fmla="*/ 41 w 100"/>
                <a:gd name="T3" fmla="*/ 13 h 24"/>
                <a:gd name="T4" fmla="*/ 83 w 100"/>
                <a:gd name="T5" fmla="*/ 0 h 24"/>
                <a:gd name="T6" fmla="*/ 100 w 100"/>
                <a:gd name="T7" fmla="*/ 20 h 24"/>
                <a:gd name="T8" fmla="*/ 77 w 100"/>
                <a:gd name="T9" fmla="*/ 24 h 24"/>
              </a:gdLst>
              <a:ahLst/>
              <a:cxnLst>
                <a:cxn ang="0">
                  <a:pos x="T0" y="T1"/>
                </a:cxn>
                <a:cxn ang="0">
                  <a:pos x="T2" y="T3"/>
                </a:cxn>
                <a:cxn ang="0">
                  <a:pos x="T4" y="T5"/>
                </a:cxn>
                <a:cxn ang="0">
                  <a:pos x="T6" y="T7"/>
                </a:cxn>
                <a:cxn ang="0">
                  <a:pos x="T8" y="T9"/>
                </a:cxn>
              </a:cxnLst>
              <a:rect l="0" t="0" r="r" b="b"/>
              <a:pathLst>
                <a:path w="100" h="24">
                  <a:moveTo>
                    <a:pt x="0" y="7"/>
                  </a:moveTo>
                  <a:lnTo>
                    <a:pt x="41" y="13"/>
                  </a:lnTo>
                  <a:lnTo>
                    <a:pt x="83" y="0"/>
                  </a:lnTo>
                  <a:lnTo>
                    <a:pt x="100" y="20"/>
                  </a:lnTo>
                  <a:lnTo>
                    <a:pt x="77" y="24"/>
                  </a:lnTo>
                </a:path>
              </a:pathLst>
            </a:cu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6" name="Freeform 33"/>
            <p:cNvSpPr>
              <a:spLocks/>
            </p:cNvSpPr>
            <p:nvPr userDrawn="1"/>
          </p:nvSpPr>
          <p:spPr bwMode="auto">
            <a:xfrm>
              <a:off x="7081" y="203"/>
              <a:ext cx="34" cy="18"/>
            </a:xfrm>
            <a:custGeom>
              <a:avLst/>
              <a:gdLst>
                <a:gd name="T0" fmla="*/ 34 w 34"/>
                <a:gd name="T1" fmla="*/ 4 h 18"/>
                <a:gd name="T2" fmla="*/ 7 w 34"/>
                <a:gd name="T3" fmla="*/ 18 h 18"/>
                <a:gd name="T4" fmla="*/ 0 w 34"/>
                <a:gd name="T5" fmla="*/ 0 h 18"/>
              </a:gdLst>
              <a:ahLst/>
              <a:cxnLst>
                <a:cxn ang="0">
                  <a:pos x="T0" y="T1"/>
                </a:cxn>
                <a:cxn ang="0">
                  <a:pos x="T2" y="T3"/>
                </a:cxn>
                <a:cxn ang="0">
                  <a:pos x="T4" y="T5"/>
                </a:cxn>
              </a:cxnLst>
              <a:rect l="0" t="0" r="r" b="b"/>
              <a:pathLst>
                <a:path w="34" h="18">
                  <a:moveTo>
                    <a:pt x="34" y="4"/>
                  </a:moveTo>
                  <a:lnTo>
                    <a:pt x="7" y="18"/>
                  </a:lnTo>
                  <a:lnTo>
                    <a:pt x="0" y="0"/>
                  </a:lnTo>
                </a:path>
              </a:pathLst>
            </a:cu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7" name="Line 34"/>
            <p:cNvSpPr>
              <a:spLocks noChangeShapeType="1"/>
            </p:cNvSpPr>
            <p:nvPr userDrawn="1"/>
          </p:nvSpPr>
          <p:spPr bwMode="auto">
            <a:xfrm>
              <a:off x="7066" y="216"/>
              <a:ext cx="22" cy="2"/>
            </a:xfrm>
            <a:prstGeom prst="line">
              <a:avLst/>
            </a:prstGeom>
            <a:noFill/>
            <a:ln w="3175"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8" name="Freeform 35"/>
            <p:cNvSpPr>
              <a:spLocks/>
            </p:cNvSpPr>
            <p:nvPr userDrawn="1"/>
          </p:nvSpPr>
          <p:spPr bwMode="auto">
            <a:xfrm>
              <a:off x="7039" y="185"/>
              <a:ext cx="49" cy="33"/>
            </a:xfrm>
            <a:custGeom>
              <a:avLst/>
              <a:gdLst>
                <a:gd name="T0" fmla="*/ 49 w 49"/>
                <a:gd name="T1" fmla="*/ 33 h 33"/>
                <a:gd name="T2" fmla="*/ 0 w 49"/>
                <a:gd name="T3" fmla="*/ 6 h 33"/>
                <a:gd name="T4" fmla="*/ 0 w 49"/>
                <a:gd name="T5" fmla="*/ 0 h 33"/>
              </a:gdLst>
              <a:ahLst/>
              <a:cxnLst>
                <a:cxn ang="0">
                  <a:pos x="T0" y="T1"/>
                </a:cxn>
                <a:cxn ang="0">
                  <a:pos x="T2" y="T3"/>
                </a:cxn>
                <a:cxn ang="0">
                  <a:pos x="T4" y="T5"/>
                </a:cxn>
              </a:cxnLst>
              <a:rect l="0" t="0" r="r" b="b"/>
              <a:pathLst>
                <a:path w="49" h="33">
                  <a:moveTo>
                    <a:pt x="49" y="33"/>
                  </a:moveTo>
                  <a:lnTo>
                    <a:pt x="0" y="6"/>
                  </a:lnTo>
                  <a:lnTo>
                    <a:pt x="0" y="0"/>
                  </a:lnTo>
                </a:path>
              </a:pathLst>
            </a:custGeom>
            <a:noFill/>
            <a:ln w="3175" cap="flat">
              <a:solidFill>
                <a:srgbClr val="2938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79" name="Line 36"/>
            <p:cNvSpPr>
              <a:spLocks noChangeShapeType="1"/>
            </p:cNvSpPr>
            <p:nvPr userDrawn="1"/>
          </p:nvSpPr>
          <p:spPr bwMode="auto">
            <a:xfrm flipH="1">
              <a:off x="7117" y="181"/>
              <a:ext cx="6" cy="22"/>
            </a:xfrm>
            <a:prstGeom prst="line">
              <a:avLst/>
            </a:prstGeom>
            <a:noFill/>
            <a:ln w="3175"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80" name="Line 37"/>
            <p:cNvSpPr>
              <a:spLocks noChangeShapeType="1"/>
            </p:cNvSpPr>
            <p:nvPr userDrawn="1"/>
          </p:nvSpPr>
          <p:spPr bwMode="auto">
            <a:xfrm>
              <a:off x="7139" y="211"/>
              <a:ext cx="0" cy="5"/>
            </a:xfrm>
            <a:prstGeom prst="line">
              <a:avLst/>
            </a:prstGeom>
            <a:noFill/>
            <a:ln w="3175"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81" name="Line 38"/>
            <p:cNvSpPr>
              <a:spLocks noChangeShapeType="1"/>
            </p:cNvSpPr>
            <p:nvPr userDrawn="1"/>
          </p:nvSpPr>
          <p:spPr bwMode="auto">
            <a:xfrm flipH="1">
              <a:off x="7018" y="234"/>
              <a:ext cx="3" cy="5"/>
            </a:xfrm>
            <a:prstGeom prst="line">
              <a:avLst/>
            </a:prstGeom>
            <a:noFill/>
            <a:ln w="3175"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82" name="Line 39"/>
            <p:cNvSpPr>
              <a:spLocks noChangeShapeType="1"/>
            </p:cNvSpPr>
            <p:nvPr userDrawn="1"/>
          </p:nvSpPr>
          <p:spPr bwMode="auto">
            <a:xfrm>
              <a:off x="7064" y="221"/>
              <a:ext cx="0" cy="3"/>
            </a:xfrm>
            <a:prstGeom prst="line">
              <a:avLst/>
            </a:prstGeom>
            <a:noFill/>
            <a:ln w="3175"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83" name="Line 40"/>
            <p:cNvSpPr>
              <a:spLocks noChangeShapeType="1"/>
            </p:cNvSpPr>
            <p:nvPr userDrawn="1"/>
          </p:nvSpPr>
          <p:spPr bwMode="auto">
            <a:xfrm>
              <a:off x="7089" y="224"/>
              <a:ext cx="0" cy="4"/>
            </a:xfrm>
            <a:prstGeom prst="line">
              <a:avLst/>
            </a:prstGeom>
            <a:noFill/>
            <a:ln w="3175" cap="flat">
              <a:solidFill>
                <a:srgbClr val="293896"/>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384" name="Oval 41"/>
            <p:cNvSpPr>
              <a:spLocks noChangeArrowheads="1"/>
            </p:cNvSpPr>
            <p:nvPr userDrawn="1"/>
          </p:nvSpPr>
          <p:spPr bwMode="auto">
            <a:xfrm>
              <a:off x="7118" y="180"/>
              <a:ext cx="11" cy="10"/>
            </a:xfrm>
            <a:prstGeom prst="ellipse">
              <a:avLst/>
            </a:prstGeom>
            <a:solidFill>
              <a:srgbClr val="EF40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85" name="Oval 42"/>
            <p:cNvSpPr>
              <a:spLocks noChangeArrowheads="1"/>
            </p:cNvSpPr>
            <p:nvPr userDrawn="1"/>
          </p:nvSpPr>
          <p:spPr bwMode="auto">
            <a:xfrm>
              <a:off x="7059" y="211"/>
              <a:ext cx="12" cy="11"/>
            </a:xfrm>
            <a:prstGeom prst="ellipse">
              <a:avLst/>
            </a:prstGeom>
            <a:solidFill>
              <a:srgbClr val="EF40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86" name="Oval 43"/>
            <p:cNvSpPr>
              <a:spLocks noChangeArrowheads="1"/>
            </p:cNvSpPr>
            <p:nvPr userDrawn="1"/>
          </p:nvSpPr>
          <p:spPr bwMode="auto">
            <a:xfrm>
              <a:off x="7076" y="194"/>
              <a:ext cx="11" cy="10"/>
            </a:xfrm>
            <a:prstGeom prst="ellipse">
              <a:avLst/>
            </a:prstGeom>
            <a:solidFill>
              <a:srgbClr val="EF405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87" name="Oval 44"/>
            <p:cNvSpPr>
              <a:spLocks noChangeArrowheads="1"/>
            </p:cNvSpPr>
            <p:nvPr userDrawn="1"/>
          </p:nvSpPr>
          <p:spPr bwMode="auto">
            <a:xfrm>
              <a:off x="7018" y="225"/>
              <a:ext cx="10" cy="11"/>
            </a:xfrm>
            <a:prstGeom prst="ellipse">
              <a:avLst/>
            </a:prstGeom>
            <a:solidFill>
              <a:srgbClr val="F386A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88" name="Oval 45"/>
            <p:cNvSpPr>
              <a:spLocks noChangeArrowheads="1"/>
            </p:cNvSpPr>
            <p:nvPr userDrawn="1"/>
          </p:nvSpPr>
          <p:spPr bwMode="auto">
            <a:xfrm>
              <a:off x="7111" y="202"/>
              <a:ext cx="11" cy="10"/>
            </a:xfrm>
            <a:prstGeom prst="ellipse">
              <a:avLst/>
            </a:prstGeom>
            <a:solidFill>
              <a:srgbClr val="F386A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89" name="Oval 46"/>
            <p:cNvSpPr>
              <a:spLocks noChangeArrowheads="1"/>
            </p:cNvSpPr>
            <p:nvPr userDrawn="1"/>
          </p:nvSpPr>
          <p:spPr bwMode="auto">
            <a:xfrm>
              <a:off x="7034" y="188"/>
              <a:ext cx="10" cy="10"/>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0" name="Oval 47"/>
            <p:cNvSpPr>
              <a:spLocks noChangeArrowheads="1"/>
            </p:cNvSpPr>
            <p:nvPr userDrawn="1"/>
          </p:nvSpPr>
          <p:spPr bwMode="auto">
            <a:xfrm>
              <a:off x="7133" y="201"/>
              <a:ext cx="11" cy="11"/>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1" name="Oval 48"/>
            <p:cNvSpPr>
              <a:spLocks noChangeArrowheads="1"/>
            </p:cNvSpPr>
            <p:nvPr userDrawn="1"/>
          </p:nvSpPr>
          <p:spPr bwMode="auto">
            <a:xfrm>
              <a:off x="7084" y="214"/>
              <a:ext cx="11" cy="11"/>
            </a:xfrm>
            <a:prstGeom prst="ellipse">
              <a:avLst/>
            </a:prstGeom>
            <a:solidFill>
              <a:srgbClr val="FFF20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2" name="Freeform 49"/>
            <p:cNvSpPr>
              <a:spLocks/>
            </p:cNvSpPr>
            <p:nvPr userDrawn="1"/>
          </p:nvSpPr>
          <p:spPr bwMode="auto">
            <a:xfrm>
              <a:off x="6676" y="441"/>
              <a:ext cx="97" cy="113"/>
            </a:xfrm>
            <a:custGeom>
              <a:avLst/>
              <a:gdLst>
                <a:gd name="T0" fmla="*/ 81 w 96"/>
                <a:gd name="T1" fmla="*/ 35 h 112"/>
                <a:gd name="T2" fmla="*/ 51 w 96"/>
                <a:gd name="T3" fmla="*/ 12 h 112"/>
                <a:gd name="T4" fmla="*/ 14 w 96"/>
                <a:gd name="T5" fmla="*/ 55 h 112"/>
                <a:gd name="T6" fmla="*/ 51 w 96"/>
                <a:gd name="T7" fmla="*/ 100 h 112"/>
                <a:gd name="T8" fmla="*/ 82 w 96"/>
                <a:gd name="T9" fmla="*/ 69 h 112"/>
                <a:gd name="T10" fmla="*/ 96 w 96"/>
                <a:gd name="T11" fmla="*/ 69 h 112"/>
                <a:gd name="T12" fmla="*/ 50 w 96"/>
                <a:gd name="T13" fmla="*/ 112 h 112"/>
                <a:gd name="T14" fmla="*/ 0 w 96"/>
                <a:gd name="T15" fmla="*/ 56 h 112"/>
                <a:gd name="T16" fmla="*/ 51 w 96"/>
                <a:gd name="T17" fmla="*/ 0 h 112"/>
                <a:gd name="T18" fmla="*/ 95 w 96"/>
                <a:gd name="T19" fmla="*/ 35 h 112"/>
                <a:gd name="T20" fmla="*/ 81 w 96"/>
                <a:gd name="T21" fmla="*/ 3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112">
                  <a:moveTo>
                    <a:pt x="81" y="35"/>
                  </a:moveTo>
                  <a:cubicBezTo>
                    <a:pt x="78" y="20"/>
                    <a:pt x="65" y="12"/>
                    <a:pt x="51" y="12"/>
                  </a:cubicBezTo>
                  <a:cubicBezTo>
                    <a:pt x="25" y="12"/>
                    <a:pt x="14" y="33"/>
                    <a:pt x="14" y="55"/>
                  </a:cubicBezTo>
                  <a:cubicBezTo>
                    <a:pt x="14" y="80"/>
                    <a:pt x="25" y="100"/>
                    <a:pt x="51" y="100"/>
                  </a:cubicBezTo>
                  <a:cubicBezTo>
                    <a:pt x="69" y="100"/>
                    <a:pt x="80" y="87"/>
                    <a:pt x="82" y="69"/>
                  </a:cubicBezTo>
                  <a:cubicBezTo>
                    <a:pt x="96" y="69"/>
                    <a:pt x="96" y="69"/>
                    <a:pt x="96" y="69"/>
                  </a:cubicBezTo>
                  <a:cubicBezTo>
                    <a:pt x="93" y="96"/>
                    <a:pt x="76" y="112"/>
                    <a:pt x="50" y="112"/>
                  </a:cubicBezTo>
                  <a:cubicBezTo>
                    <a:pt x="16" y="112"/>
                    <a:pt x="0" y="87"/>
                    <a:pt x="0" y="56"/>
                  </a:cubicBezTo>
                  <a:cubicBezTo>
                    <a:pt x="0" y="25"/>
                    <a:pt x="18" y="0"/>
                    <a:pt x="51" y="0"/>
                  </a:cubicBezTo>
                  <a:cubicBezTo>
                    <a:pt x="73" y="0"/>
                    <a:pt x="91" y="12"/>
                    <a:pt x="95" y="35"/>
                  </a:cubicBezTo>
                  <a:lnTo>
                    <a:pt x="8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3" name="Freeform 50"/>
            <p:cNvSpPr>
              <a:spLocks/>
            </p:cNvSpPr>
            <p:nvPr userDrawn="1"/>
          </p:nvSpPr>
          <p:spPr bwMode="auto">
            <a:xfrm>
              <a:off x="6785" y="444"/>
              <a:ext cx="65" cy="107"/>
            </a:xfrm>
            <a:custGeom>
              <a:avLst/>
              <a:gdLst>
                <a:gd name="T0" fmla="*/ 0 w 64"/>
                <a:gd name="T1" fmla="*/ 0 h 106"/>
                <a:gd name="T2" fmla="*/ 12 w 64"/>
                <a:gd name="T3" fmla="*/ 0 h 106"/>
                <a:gd name="T4" fmla="*/ 12 w 64"/>
                <a:gd name="T5" fmla="*/ 40 h 106"/>
                <a:gd name="T6" fmla="*/ 13 w 64"/>
                <a:gd name="T7" fmla="*/ 40 h 106"/>
                <a:gd name="T8" fmla="*/ 37 w 64"/>
                <a:gd name="T9" fmla="*/ 27 h 106"/>
                <a:gd name="T10" fmla="*/ 64 w 64"/>
                <a:gd name="T11" fmla="*/ 56 h 106"/>
                <a:gd name="T12" fmla="*/ 64 w 64"/>
                <a:gd name="T13" fmla="*/ 106 h 106"/>
                <a:gd name="T14" fmla="*/ 51 w 64"/>
                <a:gd name="T15" fmla="*/ 106 h 106"/>
                <a:gd name="T16" fmla="*/ 51 w 64"/>
                <a:gd name="T17" fmla="*/ 54 h 106"/>
                <a:gd name="T18" fmla="*/ 35 w 64"/>
                <a:gd name="T19" fmla="*/ 38 h 106"/>
                <a:gd name="T20" fmla="*/ 12 w 64"/>
                <a:gd name="T21" fmla="*/ 63 h 106"/>
                <a:gd name="T22" fmla="*/ 12 w 64"/>
                <a:gd name="T23" fmla="*/ 106 h 106"/>
                <a:gd name="T24" fmla="*/ 0 w 64"/>
                <a:gd name="T25" fmla="*/ 106 h 106"/>
                <a:gd name="T26" fmla="*/ 0 w 64"/>
                <a:gd name="T2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106">
                  <a:moveTo>
                    <a:pt x="0" y="0"/>
                  </a:moveTo>
                  <a:cubicBezTo>
                    <a:pt x="12" y="0"/>
                    <a:pt x="12" y="0"/>
                    <a:pt x="12" y="0"/>
                  </a:cubicBezTo>
                  <a:cubicBezTo>
                    <a:pt x="12" y="40"/>
                    <a:pt x="12" y="40"/>
                    <a:pt x="12" y="40"/>
                  </a:cubicBezTo>
                  <a:cubicBezTo>
                    <a:pt x="13" y="40"/>
                    <a:pt x="13" y="40"/>
                    <a:pt x="13" y="40"/>
                  </a:cubicBezTo>
                  <a:cubicBezTo>
                    <a:pt x="17" y="31"/>
                    <a:pt x="28" y="27"/>
                    <a:pt x="37" y="27"/>
                  </a:cubicBezTo>
                  <a:cubicBezTo>
                    <a:pt x="57" y="27"/>
                    <a:pt x="64" y="39"/>
                    <a:pt x="64" y="56"/>
                  </a:cubicBezTo>
                  <a:cubicBezTo>
                    <a:pt x="64" y="106"/>
                    <a:pt x="64" y="106"/>
                    <a:pt x="64" y="106"/>
                  </a:cubicBezTo>
                  <a:cubicBezTo>
                    <a:pt x="51" y="106"/>
                    <a:pt x="51" y="106"/>
                    <a:pt x="51" y="106"/>
                  </a:cubicBezTo>
                  <a:cubicBezTo>
                    <a:pt x="51" y="54"/>
                    <a:pt x="51" y="54"/>
                    <a:pt x="51" y="54"/>
                  </a:cubicBezTo>
                  <a:cubicBezTo>
                    <a:pt x="51" y="45"/>
                    <a:pt x="45" y="38"/>
                    <a:pt x="35" y="38"/>
                  </a:cubicBezTo>
                  <a:cubicBezTo>
                    <a:pt x="20" y="38"/>
                    <a:pt x="12" y="49"/>
                    <a:pt x="12" y="63"/>
                  </a:cubicBezTo>
                  <a:cubicBezTo>
                    <a:pt x="12" y="106"/>
                    <a:pt x="12" y="106"/>
                    <a:pt x="12" y="106"/>
                  </a:cubicBezTo>
                  <a:cubicBezTo>
                    <a:pt x="0" y="106"/>
                    <a:pt x="0" y="106"/>
                    <a:pt x="0" y="10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4" name="Freeform 51"/>
            <p:cNvSpPr>
              <a:spLocks noEditPoints="1"/>
            </p:cNvSpPr>
            <p:nvPr userDrawn="1"/>
          </p:nvSpPr>
          <p:spPr bwMode="auto">
            <a:xfrm>
              <a:off x="6858" y="472"/>
              <a:ext cx="73" cy="81"/>
            </a:xfrm>
            <a:custGeom>
              <a:avLst/>
              <a:gdLst>
                <a:gd name="T0" fmla="*/ 71 w 72"/>
                <a:gd name="T1" fmla="*/ 55 h 81"/>
                <a:gd name="T2" fmla="*/ 37 w 72"/>
                <a:gd name="T3" fmla="*/ 81 h 81"/>
                <a:gd name="T4" fmla="*/ 0 w 72"/>
                <a:gd name="T5" fmla="*/ 40 h 81"/>
                <a:gd name="T6" fmla="*/ 37 w 72"/>
                <a:gd name="T7" fmla="*/ 0 h 81"/>
                <a:gd name="T8" fmla="*/ 72 w 72"/>
                <a:gd name="T9" fmla="*/ 45 h 81"/>
                <a:gd name="T10" fmla="*/ 14 w 72"/>
                <a:gd name="T11" fmla="*/ 45 h 81"/>
                <a:gd name="T12" fmla="*/ 38 w 72"/>
                <a:gd name="T13" fmla="*/ 70 h 81"/>
                <a:gd name="T14" fmla="*/ 58 w 72"/>
                <a:gd name="T15" fmla="*/ 55 h 81"/>
                <a:gd name="T16" fmla="*/ 71 w 72"/>
                <a:gd name="T17" fmla="*/ 55 h 81"/>
                <a:gd name="T18" fmla="*/ 58 w 72"/>
                <a:gd name="T19" fmla="*/ 33 h 81"/>
                <a:gd name="T20" fmla="*/ 36 w 72"/>
                <a:gd name="T21" fmla="*/ 11 h 81"/>
                <a:gd name="T22" fmla="*/ 14 w 72"/>
                <a:gd name="T23" fmla="*/ 33 h 81"/>
                <a:gd name="T24" fmla="*/ 58 w 72"/>
                <a:gd name="T25" fmla="*/ 3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81">
                  <a:moveTo>
                    <a:pt x="71" y="55"/>
                  </a:moveTo>
                  <a:cubicBezTo>
                    <a:pt x="67" y="72"/>
                    <a:pt x="55" y="81"/>
                    <a:pt x="37" y="81"/>
                  </a:cubicBezTo>
                  <a:cubicBezTo>
                    <a:pt x="13" y="81"/>
                    <a:pt x="1" y="64"/>
                    <a:pt x="0" y="40"/>
                  </a:cubicBezTo>
                  <a:cubicBezTo>
                    <a:pt x="0" y="17"/>
                    <a:pt x="16" y="0"/>
                    <a:pt x="37" y="0"/>
                  </a:cubicBezTo>
                  <a:cubicBezTo>
                    <a:pt x="64" y="0"/>
                    <a:pt x="72" y="26"/>
                    <a:pt x="72" y="45"/>
                  </a:cubicBezTo>
                  <a:cubicBezTo>
                    <a:pt x="14" y="45"/>
                    <a:pt x="14" y="45"/>
                    <a:pt x="14" y="45"/>
                  </a:cubicBezTo>
                  <a:cubicBezTo>
                    <a:pt x="13" y="58"/>
                    <a:pt x="21" y="70"/>
                    <a:pt x="38" y="70"/>
                  </a:cubicBezTo>
                  <a:cubicBezTo>
                    <a:pt x="48" y="70"/>
                    <a:pt x="56" y="65"/>
                    <a:pt x="58" y="55"/>
                  </a:cubicBezTo>
                  <a:lnTo>
                    <a:pt x="71" y="55"/>
                  </a:lnTo>
                  <a:close/>
                  <a:moveTo>
                    <a:pt x="58" y="33"/>
                  </a:moveTo>
                  <a:cubicBezTo>
                    <a:pt x="58" y="21"/>
                    <a:pt x="49" y="11"/>
                    <a:pt x="36" y="11"/>
                  </a:cubicBezTo>
                  <a:cubicBezTo>
                    <a:pt x="23" y="11"/>
                    <a:pt x="15" y="21"/>
                    <a:pt x="14" y="33"/>
                  </a:cubicBezTo>
                  <a:lnTo>
                    <a:pt x="58"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5" name="Freeform 52"/>
            <p:cNvSpPr>
              <a:spLocks/>
            </p:cNvSpPr>
            <p:nvPr userDrawn="1"/>
          </p:nvSpPr>
          <p:spPr bwMode="auto">
            <a:xfrm>
              <a:off x="6938" y="472"/>
              <a:ext cx="72" cy="81"/>
            </a:xfrm>
            <a:custGeom>
              <a:avLst/>
              <a:gdLst>
                <a:gd name="T0" fmla="*/ 57 w 71"/>
                <a:gd name="T1" fmla="*/ 27 h 81"/>
                <a:gd name="T2" fmla="*/ 38 w 71"/>
                <a:gd name="T3" fmla="*/ 11 h 81"/>
                <a:gd name="T4" fmla="*/ 14 w 71"/>
                <a:gd name="T5" fmla="*/ 42 h 81"/>
                <a:gd name="T6" fmla="*/ 36 w 71"/>
                <a:gd name="T7" fmla="*/ 70 h 81"/>
                <a:gd name="T8" fmla="*/ 58 w 71"/>
                <a:gd name="T9" fmla="*/ 51 h 81"/>
                <a:gd name="T10" fmla="*/ 71 w 71"/>
                <a:gd name="T11" fmla="*/ 51 h 81"/>
                <a:gd name="T12" fmla="*/ 37 w 71"/>
                <a:gd name="T13" fmla="*/ 81 h 81"/>
                <a:gd name="T14" fmla="*/ 0 w 71"/>
                <a:gd name="T15" fmla="*/ 42 h 81"/>
                <a:gd name="T16" fmla="*/ 37 w 71"/>
                <a:gd name="T17" fmla="*/ 0 h 81"/>
                <a:gd name="T18" fmla="*/ 70 w 71"/>
                <a:gd name="T19" fmla="*/ 27 h 81"/>
                <a:gd name="T20" fmla="*/ 57 w 71"/>
                <a:gd name="T21" fmla="*/ 2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81">
                  <a:moveTo>
                    <a:pt x="57" y="27"/>
                  </a:moveTo>
                  <a:cubicBezTo>
                    <a:pt x="55" y="17"/>
                    <a:pt x="48" y="11"/>
                    <a:pt x="38" y="11"/>
                  </a:cubicBezTo>
                  <a:cubicBezTo>
                    <a:pt x="19" y="11"/>
                    <a:pt x="14" y="26"/>
                    <a:pt x="14" y="42"/>
                  </a:cubicBezTo>
                  <a:cubicBezTo>
                    <a:pt x="14" y="56"/>
                    <a:pt x="20" y="70"/>
                    <a:pt x="36" y="70"/>
                  </a:cubicBezTo>
                  <a:cubicBezTo>
                    <a:pt x="49" y="70"/>
                    <a:pt x="56" y="63"/>
                    <a:pt x="58" y="51"/>
                  </a:cubicBezTo>
                  <a:cubicBezTo>
                    <a:pt x="71" y="51"/>
                    <a:pt x="71" y="51"/>
                    <a:pt x="71" y="51"/>
                  </a:cubicBezTo>
                  <a:cubicBezTo>
                    <a:pt x="68" y="70"/>
                    <a:pt x="56" y="81"/>
                    <a:pt x="37" y="81"/>
                  </a:cubicBezTo>
                  <a:cubicBezTo>
                    <a:pt x="13" y="81"/>
                    <a:pt x="0" y="65"/>
                    <a:pt x="0" y="42"/>
                  </a:cubicBezTo>
                  <a:cubicBezTo>
                    <a:pt x="0" y="18"/>
                    <a:pt x="12" y="0"/>
                    <a:pt x="37" y="0"/>
                  </a:cubicBezTo>
                  <a:cubicBezTo>
                    <a:pt x="54" y="0"/>
                    <a:pt x="68" y="8"/>
                    <a:pt x="70" y="27"/>
                  </a:cubicBezTo>
                  <a:lnTo>
                    <a:pt x="5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6" name="Freeform 53"/>
            <p:cNvSpPr>
              <a:spLocks/>
            </p:cNvSpPr>
            <p:nvPr userDrawn="1"/>
          </p:nvSpPr>
          <p:spPr bwMode="auto">
            <a:xfrm>
              <a:off x="7020" y="444"/>
              <a:ext cx="68" cy="107"/>
            </a:xfrm>
            <a:custGeom>
              <a:avLst/>
              <a:gdLst>
                <a:gd name="T0" fmla="*/ 0 w 68"/>
                <a:gd name="T1" fmla="*/ 0 h 107"/>
                <a:gd name="T2" fmla="*/ 13 w 68"/>
                <a:gd name="T3" fmla="*/ 0 h 107"/>
                <a:gd name="T4" fmla="*/ 13 w 68"/>
                <a:gd name="T5" fmla="*/ 64 h 107"/>
                <a:gd name="T6" fmla="*/ 48 w 68"/>
                <a:gd name="T7" fmla="*/ 30 h 107"/>
                <a:gd name="T8" fmla="*/ 66 w 68"/>
                <a:gd name="T9" fmla="*/ 30 h 107"/>
                <a:gd name="T10" fmla="*/ 34 w 68"/>
                <a:gd name="T11" fmla="*/ 58 h 107"/>
                <a:gd name="T12" fmla="*/ 68 w 68"/>
                <a:gd name="T13" fmla="*/ 107 h 107"/>
                <a:gd name="T14" fmla="*/ 52 w 68"/>
                <a:gd name="T15" fmla="*/ 107 h 107"/>
                <a:gd name="T16" fmla="*/ 25 w 68"/>
                <a:gd name="T17" fmla="*/ 67 h 107"/>
                <a:gd name="T18" fmla="*/ 13 w 68"/>
                <a:gd name="T19" fmla="*/ 78 h 107"/>
                <a:gd name="T20" fmla="*/ 13 w 68"/>
                <a:gd name="T21" fmla="*/ 107 h 107"/>
                <a:gd name="T22" fmla="*/ 0 w 68"/>
                <a:gd name="T23" fmla="*/ 107 h 107"/>
                <a:gd name="T24" fmla="*/ 0 w 68"/>
                <a:gd name="T25"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107">
                  <a:moveTo>
                    <a:pt x="0" y="0"/>
                  </a:moveTo>
                  <a:lnTo>
                    <a:pt x="13" y="0"/>
                  </a:lnTo>
                  <a:lnTo>
                    <a:pt x="13" y="64"/>
                  </a:lnTo>
                  <a:lnTo>
                    <a:pt x="48" y="30"/>
                  </a:lnTo>
                  <a:lnTo>
                    <a:pt x="66" y="30"/>
                  </a:lnTo>
                  <a:lnTo>
                    <a:pt x="34" y="58"/>
                  </a:lnTo>
                  <a:lnTo>
                    <a:pt x="68" y="107"/>
                  </a:lnTo>
                  <a:lnTo>
                    <a:pt x="52" y="107"/>
                  </a:lnTo>
                  <a:lnTo>
                    <a:pt x="25" y="67"/>
                  </a:lnTo>
                  <a:lnTo>
                    <a:pt x="13" y="78"/>
                  </a:lnTo>
                  <a:lnTo>
                    <a:pt x="13" y="107"/>
                  </a:lnTo>
                  <a:lnTo>
                    <a:pt x="0" y="10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7" name="Freeform 54"/>
            <p:cNvSpPr>
              <a:spLocks noEditPoints="1"/>
            </p:cNvSpPr>
            <p:nvPr userDrawn="1"/>
          </p:nvSpPr>
          <p:spPr bwMode="auto">
            <a:xfrm>
              <a:off x="7134" y="444"/>
              <a:ext cx="81" cy="107"/>
            </a:xfrm>
            <a:custGeom>
              <a:avLst/>
              <a:gdLst>
                <a:gd name="T0" fmla="*/ 0 w 80"/>
                <a:gd name="T1" fmla="*/ 0 h 106"/>
                <a:gd name="T2" fmla="*/ 47 w 80"/>
                <a:gd name="T3" fmla="*/ 0 h 106"/>
                <a:gd name="T4" fmla="*/ 80 w 80"/>
                <a:gd name="T5" fmla="*/ 31 h 106"/>
                <a:gd name="T6" fmla="*/ 47 w 80"/>
                <a:gd name="T7" fmla="*/ 63 h 106"/>
                <a:gd name="T8" fmla="*/ 14 w 80"/>
                <a:gd name="T9" fmla="*/ 63 h 106"/>
                <a:gd name="T10" fmla="*/ 14 w 80"/>
                <a:gd name="T11" fmla="*/ 106 h 106"/>
                <a:gd name="T12" fmla="*/ 0 w 80"/>
                <a:gd name="T13" fmla="*/ 106 h 106"/>
                <a:gd name="T14" fmla="*/ 0 w 80"/>
                <a:gd name="T15" fmla="*/ 0 h 106"/>
                <a:gd name="T16" fmla="*/ 14 w 80"/>
                <a:gd name="T17" fmla="*/ 51 h 106"/>
                <a:gd name="T18" fmla="*/ 42 w 80"/>
                <a:gd name="T19" fmla="*/ 51 h 106"/>
                <a:gd name="T20" fmla="*/ 65 w 80"/>
                <a:gd name="T21" fmla="*/ 31 h 106"/>
                <a:gd name="T22" fmla="*/ 42 w 80"/>
                <a:gd name="T23" fmla="*/ 12 h 106"/>
                <a:gd name="T24" fmla="*/ 14 w 80"/>
                <a:gd name="T25" fmla="*/ 12 h 106"/>
                <a:gd name="T26" fmla="*/ 14 w 80"/>
                <a:gd name="T27" fmla="*/ 5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6">
                  <a:moveTo>
                    <a:pt x="0" y="0"/>
                  </a:moveTo>
                  <a:cubicBezTo>
                    <a:pt x="47" y="0"/>
                    <a:pt x="47" y="0"/>
                    <a:pt x="47" y="0"/>
                  </a:cubicBezTo>
                  <a:cubicBezTo>
                    <a:pt x="68" y="0"/>
                    <a:pt x="80" y="11"/>
                    <a:pt x="80" y="31"/>
                  </a:cubicBezTo>
                  <a:cubicBezTo>
                    <a:pt x="80" y="51"/>
                    <a:pt x="68" y="63"/>
                    <a:pt x="47" y="63"/>
                  </a:cubicBezTo>
                  <a:cubicBezTo>
                    <a:pt x="14" y="63"/>
                    <a:pt x="14" y="63"/>
                    <a:pt x="14" y="63"/>
                  </a:cubicBezTo>
                  <a:cubicBezTo>
                    <a:pt x="14" y="106"/>
                    <a:pt x="14" y="106"/>
                    <a:pt x="14" y="106"/>
                  </a:cubicBezTo>
                  <a:cubicBezTo>
                    <a:pt x="0" y="106"/>
                    <a:pt x="0" y="106"/>
                    <a:pt x="0" y="106"/>
                  </a:cubicBezTo>
                  <a:lnTo>
                    <a:pt x="0" y="0"/>
                  </a:lnTo>
                  <a:close/>
                  <a:moveTo>
                    <a:pt x="14" y="51"/>
                  </a:moveTo>
                  <a:cubicBezTo>
                    <a:pt x="42" y="51"/>
                    <a:pt x="42" y="51"/>
                    <a:pt x="42" y="51"/>
                  </a:cubicBezTo>
                  <a:cubicBezTo>
                    <a:pt x="58" y="51"/>
                    <a:pt x="65" y="44"/>
                    <a:pt x="65" y="31"/>
                  </a:cubicBezTo>
                  <a:cubicBezTo>
                    <a:pt x="65" y="18"/>
                    <a:pt x="58" y="12"/>
                    <a:pt x="42" y="12"/>
                  </a:cubicBezTo>
                  <a:cubicBezTo>
                    <a:pt x="14" y="12"/>
                    <a:pt x="14" y="12"/>
                    <a:pt x="14" y="12"/>
                  </a:cubicBezTo>
                  <a:lnTo>
                    <a:pt x="14"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8" name="Freeform 55"/>
            <p:cNvSpPr>
              <a:spLocks noEditPoints="1"/>
            </p:cNvSpPr>
            <p:nvPr userDrawn="1"/>
          </p:nvSpPr>
          <p:spPr bwMode="auto">
            <a:xfrm>
              <a:off x="7219" y="472"/>
              <a:ext cx="76" cy="81"/>
            </a:xfrm>
            <a:custGeom>
              <a:avLst/>
              <a:gdLst>
                <a:gd name="T0" fmla="*/ 38 w 75"/>
                <a:gd name="T1" fmla="*/ 0 h 81"/>
                <a:gd name="T2" fmla="*/ 75 w 75"/>
                <a:gd name="T3" fmla="*/ 41 h 81"/>
                <a:gd name="T4" fmla="*/ 38 w 75"/>
                <a:gd name="T5" fmla="*/ 81 h 81"/>
                <a:gd name="T6" fmla="*/ 0 w 75"/>
                <a:gd name="T7" fmla="*/ 41 h 81"/>
                <a:gd name="T8" fmla="*/ 38 w 75"/>
                <a:gd name="T9" fmla="*/ 0 h 81"/>
                <a:gd name="T10" fmla="*/ 38 w 75"/>
                <a:gd name="T11" fmla="*/ 70 h 81"/>
                <a:gd name="T12" fmla="*/ 62 w 75"/>
                <a:gd name="T13" fmla="*/ 41 h 81"/>
                <a:gd name="T14" fmla="*/ 38 w 75"/>
                <a:gd name="T15" fmla="*/ 11 h 81"/>
                <a:gd name="T16" fmla="*/ 14 w 75"/>
                <a:gd name="T17" fmla="*/ 41 h 81"/>
                <a:gd name="T18" fmla="*/ 38 w 75"/>
                <a:gd name="T19" fmla="*/ 7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 h="81">
                  <a:moveTo>
                    <a:pt x="38" y="0"/>
                  </a:moveTo>
                  <a:cubicBezTo>
                    <a:pt x="62" y="0"/>
                    <a:pt x="75" y="18"/>
                    <a:pt x="75" y="41"/>
                  </a:cubicBezTo>
                  <a:cubicBezTo>
                    <a:pt x="75" y="63"/>
                    <a:pt x="62" y="81"/>
                    <a:pt x="38" y="81"/>
                  </a:cubicBezTo>
                  <a:cubicBezTo>
                    <a:pt x="13" y="81"/>
                    <a:pt x="0" y="63"/>
                    <a:pt x="0" y="41"/>
                  </a:cubicBezTo>
                  <a:cubicBezTo>
                    <a:pt x="0" y="18"/>
                    <a:pt x="13" y="0"/>
                    <a:pt x="38" y="0"/>
                  </a:cubicBezTo>
                  <a:close/>
                  <a:moveTo>
                    <a:pt x="38" y="70"/>
                  </a:moveTo>
                  <a:cubicBezTo>
                    <a:pt x="51" y="70"/>
                    <a:pt x="62" y="59"/>
                    <a:pt x="62" y="41"/>
                  </a:cubicBezTo>
                  <a:cubicBezTo>
                    <a:pt x="62" y="22"/>
                    <a:pt x="51" y="11"/>
                    <a:pt x="38" y="11"/>
                  </a:cubicBezTo>
                  <a:cubicBezTo>
                    <a:pt x="24" y="11"/>
                    <a:pt x="14" y="22"/>
                    <a:pt x="14" y="41"/>
                  </a:cubicBezTo>
                  <a:cubicBezTo>
                    <a:pt x="14" y="59"/>
                    <a:pt x="24" y="70"/>
                    <a:pt x="38" y="7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399" name="Freeform 56"/>
            <p:cNvSpPr>
              <a:spLocks noEditPoints="1"/>
            </p:cNvSpPr>
            <p:nvPr userDrawn="1"/>
          </p:nvSpPr>
          <p:spPr bwMode="auto">
            <a:xfrm>
              <a:off x="7308" y="444"/>
              <a:ext cx="12" cy="107"/>
            </a:xfrm>
            <a:custGeom>
              <a:avLst/>
              <a:gdLst>
                <a:gd name="T0" fmla="*/ 12 w 12"/>
                <a:gd name="T1" fmla="*/ 15 h 107"/>
                <a:gd name="T2" fmla="*/ 0 w 12"/>
                <a:gd name="T3" fmla="*/ 15 h 107"/>
                <a:gd name="T4" fmla="*/ 0 w 12"/>
                <a:gd name="T5" fmla="*/ 0 h 107"/>
                <a:gd name="T6" fmla="*/ 12 w 12"/>
                <a:gd name="T7" fmla="*/ 0 h 107"/>
                <a:gd name="T8" fmla="*/ 12 w 12"/>
                <a:gd name="T9" fmla="*/ 15 h 107"/>
                <a:gd name="T10" fmla="*/ 0 w 12"/>
                <a:gd name="T11" fmla="*/ 30 h 107"/>
                <a:gd name="T12" fmla="*/ 12 w 12"/>
                <a:gd name="T13" fmla="*/ 30 h 107"/>
                <a:gd name="T14" fmla="*/ 12 w 12"/>
                <a:gd name="T15" fmla="*/ 107 h 107"/>
                <a:gd name="T16" fmla="*/ 0 w 12"/>
                <a:gd name="T17" fmla="*/ 107 h 107"/>
                <a:gd name="T18" fmla="*/ 0 w 12"/>
                <a:gd name="T19" fmla="*/ 3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07">
                  <a:moveTo>
                    <a:pt x="12" y="15"/>
                  </a:moveTo>
                  <a:lnTo>
                    <a:pt x="0" y="15"/>
                  </a:lnTo>
                  <a:lnTo>
                    <a:pt x="0" y="0"/>
                  </a:lnTo>
                  <a:lnTo>
                    <a:pt x="12" y="0"/>
                  </a:lnTo>
                  <a:lnTo>
                    <a:pt x="12" y="15"/>
                  </a:lnTo>
                  <a:close/>
                  <a:moveTo>
                    <a:pt x="0" y="30"/>
                  </a:moveTo>
                  <a:lnTo>
                    <a:pt x="12" y="30"/>
                  </a:lnTo>
                  <a:lnTo>
                    <a:pt x="12" y="107"/>
                  </a:lnTo>
                  <a:lnTo>
                    <a:pt x="0" y="107"/>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0" name="Freeform 57"/>
            <p:cNvSpPr>
              <a:spLocks/>
            </p:cNvSpPr>
            <p:nvPr userDrawn="1"/>
          </p:nvSpPr>
          <p:spPr bwMode="auto">
            <a:xfrm>
              <a:off x="7337" y="472"/>
              <a:ext cx="64" cy="79"/>
            </a:xfrm>
            <a:custGeom>
              <a:avLst/>
              <a:gdLst>
                <a:gd name="T0" fmla="*/ 0 w 64"/>
                <a:gd name="T1" fmla="*/ 2 h 79"/>
                <a:gd name="T2" fmla="*/ 12 w 64"/>
                <a:gd name="T3" fmla="*/ 2 h 79"/>
                <a:gd name="T4" fmla="*/ 12 w 64"/>
                <a:gd name="T5" fmla="*/ 14 h 79"/>
                <a:gd name="T6" fmla="*/ 13 w 64"/>
                <a:gd name="T7" fmla="*/ 14 h 79"/>
                <a:gd name="T8" fmla="*/ 38 w 64"/>
                <a:gd name="T9" fmla="*/ 0 h 79"/>
                <a:gd name="T10" fmla="*/ 64 w 64"/>
                <a:gd name="T11" fmla="*/ 29 h 79"/>
                <a:gd name="T12" fmla="*/ 64 w 64"/>
                <a:gd name="T13" fmla="*/ 79 h 79"/>
                <a:gd name="T14" fmla="*/ 52 w 64"/>
                <a:gd name="T15" fmla="*/ 79 h 79"/>
                <a:gd name="T16" fmla="*/ 52 w 64"/>
                <a:gd name="T17" fmla="*/ 27 h 79"/>
                <a:gd name="T18" fmla="*/ 36 w 64"/>
                <a:gd name="T19" fmla="*/ 11 h 79"/>
                <a:gd name="T20" fmla="*/ 13 w 64"/>
                <a:gd name="T21" fmla="*/ 36 h 79"/>
                <a:gd name="T22" fmla="*/ 13 w 64"/>
                <a:gd name="T23" fmla="*/ 79 h 79"/>
                <a:gd name="T24" fmla="*/ 0 w 64"/>
                <a:gd name="T25" fmla="*/ 79 h 79"/>
                <a:gd name="T26" fmla="*/ 0 w 64"/>
                <a:gd name="T27" fmla="*/ 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79">
                  <a:moveTo>
                    <a:pt x="0" y="2"/>
                  </a:moveTo>
                  <a:cubicBezTo>
                    <a:pt x="12" y="2"/>
                    <a:pt x="12" y="2"/>
                    <a:pt x="12" y="2"/>
                  </a:cubicBezTo>
                  <a:cubicBezTo>
                    <a:pt x="12" y="14"/>
                    <a:pt x="12" y="14"/>
                    <a:pt x="12" y="14"/>
                  </a:cubicBezTo>
                  <a:cubicBezTo>
                    <a:pt x="13" y="14"/>
                    <a:pt x="13" y="14"/>
                    <a:pt x="13" y="14"/>
                  </a:cubicBezTo>
                  <a:cubicBezTo>
                    <a:pt x="18" y="5"/>
                    <a:pt x="27" y="0"/>
                    <a:pt x="38" y="0"/>
                  </a:cubicBezTo>
                  <a:cubicBezTo>
                    <a:pt x="58" y="0"/>
                    <a:pt x="64" y="12"/>
                    <a:pt x="64" y="29"/>
                  </a:cubicBezTo>
                  <a:cubicBezTo>
                    <a:pt x="64" y="79"/>
                    <a:pt x="64" y="79"/>
                    <a:pt x="64" y="79"/>
                  </a:cubicBezTo>
                  <a:cubicBezTo>
                    <a:pt x="52" y="79"/>
                    <a:pt x="52" y="79"/>
                    <a:pt x="52" y="79"/>
                  </a:cubicBezTo>
                  <a:cubicBezTo>
                    <a:pt x="52" y="27"/>
                    <a:pt x="52" y="27"/>
                    <a:pt x="52" y="27"/>
                  </a:cubicBezTo>
                  <a:cubicBezTo>
                    <a:pt x="52" y="18"/>
                    <a:pt x="46" y="11"/>
                    <a:pt x="36" y="11"/>
                  </a:cubicBezTo>
                  <a:cubicBezTo>
                    <a:pt x="20" y="11"/>
                    <a:pt x="13" y="22"/>
                    <a:pt x="13" y="36"/>
                  </a:cubicBezTo>
                  <a:cubicBezTo>
                    <a:pt x="13" y="79"/>
                    <a:pt x="13" y="79"/>
                    <a:pt x="13" y="79"/>
                  </a:cubicBezTo>
                  <a:cubicBezTo>
                    <a:pt x="0" y="79"/>
                    <a:pt x="0" y="79"/>
                    <a:pt x="0" y="79"/>
                  </a:cubicBez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1" name="Freeform 58"/>
            <p:cNvSpPr>
              <a:spLocks/>
            </p:cNvSpPr>
            <p:nvPr userDrawn="1"/>
          </p:nvSpPr>
          <p:spPr bwMode="auto">
            <a:xfrm>
              <a:off x="7408" y="450"/>
              <a:ext cx="43" cy="101"/>
            </a:xfrm>
            <a:custGeom>
              <a:avLst/>
              <a:gdLst>
                <a:gd name="T0" fmla="*/ 26 w 42"/>
                <a:gd name="T1" fmla="*/ 23 h 100"/>
                <a:gd name="T2" fmla="*/ 42 w 42"/>
                <a:gd name="T3" fmla="*/ 23 h 100"/>
                <a:gd name="T4" fmla="*/ 42 w 42"/>
                <a:gd name="T5" fmla="*/ 34 h 100"/>
                <a:gd name="T6" fmla="*/ 26 w 42"/>
                <a:gd name="T7" fmla="*/ 34 h 100"/>
                <a:gd name="T8" fmla="*/ 26 w 42"/>
                <a:gd name="T9" fmla="*/ 82 h 100"/>
                <a:gd name="T10" fmla="*/ 36 w 42"/>
                <a:gd name="T11" fmla="*/ 89 h 100"/>
                <a:gd name="T12" fmla="*/ 42 w 42"/>
                <a:gd name="T13" fmla="*/ 89 h 100"/>
                <a:gd name="T14" fmla="*/ 42 w 42"/>
                <a:gd name="T15" fmla="*/ 100 h 100"/>
                <a:gd name="T16" fmla="*/ 32 w 42"/>
                <a:gd name="T17" fmla="*/ 100 h 100"/>
                <a:gd name="T18" fmla="*/ 14 w 42"/>
                <a:gd name="T19" fmla="*/ 83 h 100"/>
                <a:gd name="T20" fmla="*/ 14 w 42"/>
                <a:gd name="T21" fmla="*/ 34 h 100"/>
                <a:gd name="T22" fmla="*/ 0 w 42"/>
                <a:gd name="T23" fmla="*/ 34 h 100"/>
                <a:gd name="T24" fmla="*/ 0 w 42"/>
                <a:gd name="T25" fmla="*/ 23 h 100"/>
                <a:gd name="T26" fmla="*/ 14 w 42"/>
                <a:gd name="T27" fmla="*/ 23 h 100"/>
                <a:gd name="T28" fmla="*/ 14 w 42"/>
                <a:gd name="T29" fmla="*/ 0 h 100"/>
                <a:gd name="T30" fmla="*/ 26 w 42"/>
                <a:gd name="T31" fmla="*/ 0 h 100"/>
                <a:gd name="T32" fmla="*/ 26 w 42"/>
                <a:gd name="T33" fmla="*/ 23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100">
                  <a:moveTo>
                    <a:pt x="26" y="23"/>
                  </a:moveTo>
                  <a:cubicBezTo>
                    <a:pt x="42" y="23"/>
                    <a:pt x="42" y="23"/>
                    <a:pt x="42" y="23"/>
                  </a:cubicBezTo>
                  <a:cubicBezTo>
                    <a:pt x="42" y="34"/>
                    <a:pt x="42" y="34"/>
                    <a:pt x="42" y="34"/>
                  </a:cubicBezTo>
                  <a:cubicBezTo>
                    <a:pt x="26" y="34"/>
                    <a:pt x="26" y="34"/>
                    <a:pt x="26" y="34"/>
                  </a:cubicBezTo>
                  <a:cubicBezTo>
                    <a:pt x="26" y="82"/>
                    <a:pt x="26" y="82"/>
                    <a:pt x="26" y="82"/>
                  </a:cubicBezTo>
                  <a:cubicBezTo>
                    <a:pt x="26" y="88"/>
                    <a:pt x="28" y="89"/>
                    <a:pt x="36" y="89"/>
                  </a:cubicBezTo>
                  <a:cubicBezTo>
                    <a:pt x="42" y="89"/>
                    <a:pt x="42" y="89"/>
                    <a:pt x="42" y="89"/>
                  </a:cubicBezTo>
                  <a:cubicBezTo>
                    <a:pt x="42" y="100"/>
                    <a:pt x="42" y="100"/>
                    <a:pt x="42" y="100"/>
                  </a:cubicBezTo>
                  <a:cubicBezTo>
                    <a:pt x="32" y="100"/>
                    <a:pt x="32" y="100"/>
                    <a:pt x="32" y="100"/>
                  </a:cubicBezTo>
                  <a:cubicBezTo>
                    <a:pt x="19" y="100"/>
                    <a:pt x="14" y="98"/>
                    <a:pt x="14" y="83"/>
                  </a:cubicBezTo>
                  <a:cubicBezTo>
                    <a:pt x="14" y="34"/>
                    <a:pt x="14" y="34"/>
                    <a:pt x="14" y="34"/>
                  </a:cubicBezTo>
                  <a:cubicBezTo>
                    <a:pt x="0" y="34"/>
                    <a:pt x="0" y="34"/>
                    <a:pt x="0" y="34"/>
                  </a:cubicBezTo>
                  <a:cubicBezTo>
                    <a:pt x="0" y="23"/>
                    <a:pt x="0" y="23"/>
                    <a:pt x="0" y="23"/>
                  </a:cubicBezTo>
                  <a:cubicBezTo>
                    <a:pt x="14" y="23"/>
                    <a:pt x="14" y="23"/>
                    <a:pt x="14" y="23"/>
                  </a:cubicBezTo>
                  <a:cubicBezTo>
                    <a:pt x="14" y="0"/>
                    <a:pt x="14" y="0"/>
                    <a:pt x="14" y="0"/>
                  </a:cubicBezTo>
                  <a:cubicBezTo>
                    <a:pt x="26" y="0"/>
                    <a:pt x="26" y="0"/>
                    <a:pt x="26" y="0"/>
                  </a:cubicBezTo>
                  <a:lnTo>
                    <a:pt x="26"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2" name="Freeform 59"/>
            <p:cNvSpPr>
              <a:spLocks/>
            </p:cNvSpPr>
            <p:nvPr userDrawn="1"/>
          </p:nvSpPr>
          <p:spPr bwMode="auto">
            <a:xfrm>
              <a:off x="6680" y="578"/>
              <a:ext cx="27" cy="35"/>
            </a:xfrm>
            <a:custGeom>
              <a:avLst/>
              <a:gdLst>
                <a:gd name="T0" fmla="*/ 21 w 27"/>
                <a:gd name="T1" fmla="*/ 11 h 35"/>
                <a:gd name="T2" fmla="*/ 13 w 27"/>
                <a:gd name="T3" fmla="*/ 4 h 35"/>
                <a:gd name="T4" fmla="*/ 5 w 27"/>
                <a:gd name="T5" fmla="*/ 10 h 35"/>
                <a:gd name="T6" fmla="*/ 16 w 27"/>
                <a:gd name="T7" fmla="*/ 16 h 35"/>
                <a:gd name="T8" fmla="*/ 27 w 27"/>
                <a:gd name="T9" fmla="*/ 25 h 35"/>
                <a:gd name="T10" fmla="*/ 13 w 27"/>
                <a:gd name="T11" fmla="*/ 35 h 35"/>
                <a:gd name="T12" fmla="*/ 0 w 27"/>
                <a:gd name="T13" fmla="*/ 23 h 35"/>
                <a:gd name="T14" fmla="*/ 4 w 27"/>
                <a:gd name="T15" fmla="*/ 23 h 35"/>
                <a:gd name="T16" fmla="*/ 14 w 27"/>
                <a:gd name="T17" fmla="*/ 32 h 35"/>
                <a:gd name="T18" fmla="*/ 22 w 27"/>
                <a:gd name="T19" fmla="*/ 25 h 35"/>
                <a:gd name="T20" fmla="*/ 11 w 27"/>
                <a:gd name="T21" fmla="*/ 19 h 35"/>
                <a:gd name="T22" fmla="*/ 1 w 27"/>
                <a:gd name="T23" fmla="*/ 10 h 35"/>
                <a:gd name="T24" fmla="*/ 13 w 27"/>
                <a:gd name="T25" fmla="*/ 0 h 35"/>
                <a:gd name="T26" fmla="*/ 25 w 27"/>
                <a:gd name="T27" fmla="*/ 11 h 35"/>
                <a:gd name="T28" fmla="*/ 21 w 27"/>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35">
                  <a:moveTo>
                    <a:pt x="21" y="11"/>
                  </a:moveTo>
                  <a:cubicBezTo>
                    <a:pt x="20" y="6"/>
                    <a:pt x="17" y="4"/>
                    <a:pt x="13" y="4"/>
                  </a:cubicBezTo>
                  <a:cubicBezTo>
                    <a:pt x="9" y="4"/>
                    <a:pt x="5" y="5"/>
                    <a:pt x="5" y="10"/>
                  </a:cubicBezTo>
                  <a:cubicBezTo>
                    <a:pt x="5" y="14"/>
                    <a:pt x="10" y="14"/>
                    <a:pt x="16" y="16"/>
                  </a:cubicBezTo>
                  <a:cubicBezTo>
                    <a:pt x="21" y="17"/>
                    <a:pt x="27" y="19"/>
                    <a:pt x="27" y="25"/>
                  </a:cubicBezTo>
                  <a:cubicBezTo>
                    <a:pt x="27" y="32"/>
                    <a:pt x="20" y="35"/>
                    <a:pt x="13" y="35"/>
                  </a:cubicBezTo>
                  <a:cubicBezTo>
                    <a:pt x="6" y="35"/>
                    <a:pt x="0" y="32"/>
                    <a:pt x="0" y="23"/>
                  </a:cubicBezTo>
                  <a:cubicBezTo>
                    <a:pt x="4" y="23"/>
                    <a:pt x="4" y="23"/>
                    <a:pt x="4" y="23"/>
                  </a:cubicBezTo>
                  <a:cubicBezTo>
                    <a:pt x="4" y="29"/>
                    <a:pt x="9" y="32"/>
                    <a:pt x="14" y="32"/>
                  </a:cubicBezTo>
                  <a:cubicBezTo>
                    <a:pt x="18" y="32"/>
                    <a:pt x="22" y="30"/>
                    <a:pt x="22" y="25"/>
                  </a:cubicBezTo>
                  <a:cubicBezTo>
                    <a:pt x="22" y="21"/>
                    <a:pt x="17" y="20"/>
                    <a:pt x="11" y="19"/>
                  </a:cubicBezTo>
                  <a:cubicBezTo>
                    <a:pt x="6" y="18"/>
                    <a:pt x="1" y="16"/>
                    <a:pt x="1" y="10"/>
                  </a:cubicBezTo>
                  <a:cubicBezTo>
                    <a:pt x="1" y="3"/>
                    <a:pt x="7" y="0"/>
                    <a:pt x="13" y="0"/>
                  </a:cubicBezTo>
                  <a:cubicBezTo>
                    <a:pt x="20" y="0"/>
                    <a:pt x="25" y="3"/>
                    <a:pt x="25" y="11"/>
                  </a:cubicBezTo>
                  <a:lnTo>
                    <a:pt x="2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3" name="Freeform 60"/>
            <p:cNvSpPr>
              <a:spLocks noEditPoints="1"/>
            </p:cNvSpPr>
            <p:nvPr userDrawn="1"/>
          </p:nvSpPr>
          <p:spPr bwMode="auto">
            <a:xfrm>
              <a:off x="6712" y="578"/>
              <a:ext cx="33" cy="35"/>
            </a:xfrm>
            <a:custGeom>
              <a:avLst/>
              <a:gdLst>
                <a:gd name="T0" fmla="*/ 16 w 32"/>
                <a:gd name="T1" fmla="*/ 0 h 35"/>
                <a:gd name="T2" fmla="*/ 32 w 32"/>
                <a:gd name="T3" fmla="*/ 18 h 35"/>
                <a:gd name="T4" fmla="*/ 16 w 32"/>
                <a:gd name="T5" fmla="*/ 35 h 35"/>
                <a:gd name="T6" fmla="*/ 0 w 32"/>
                <a:gd name="T7" fmla="*/ 18 h 35"/>
                <a:gd name="T8" fmla="*/ 16 w 32"/>
                <a:gd name="T9" fmla="*/ 0 h 35"/>
                <a:gd name="T10" fmla="*/ 16 w 32"/>
                <a:gd name="T11" fmla="*/ 32 h 35"/>
                <a:gd name="T12" fmla="*/ 28 w 32"/>
                <a:gd name="T13" fmla="*/ 18 h 35"/>
                <a:gd name="T14" fmla="*/ 16 w 32"/>
                <a:gd name="T15" fmla="*/ 4 h 35"/>
                <a:gd name="T16" fmla="*/ 4 w 32"/>
                <a:gd name="T17" fmla="*/ 18 h 35"/>
                <a:gd name="T18" fmla="*/ 16 w 32"/>
                <a:gd name="T19"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5">
                  <a:moveTo>
                    <a:pt x="16" y="0"/>
                  </a:moveTo>
                  <a:cubicBezTo>
                    <a:pt x="27" y="0"/>
                    <a:pt x="32" y="8"/>
                    <a:pt x="32" y="18"/>
                  </a:cubicBezTo>
                  <a:cubicBezTo>
                    <a:pt x="32" y="27"/>
                    <a:pt x="27" y="35"/>
                    <a:pt x="16" y="35"/>
                  </a:cubicBezTo>
                  <a:cubicBezTo>
                    <a:pt x="5" y="35"/>
                    <a:pt x="0" y="27"/>
                    <a:pt x="0" y="18"/>
                  </a:cubicBezTo>
                  <a:cubicBezTo>
                    <a:pt x="0" y="8"/>
                    <a:pt x="5" y="0"/>
                    <a:pt x="16" y="0"/>
                  </a:cubicBezTo>
                  <a:close/>
                  <a:moveTo>
                    <a:pt x="16" y="32"/>
                  </a:moveTo>
                  <a:cubicBezTo>
                    <a:pt x="24" y="32"/>
                    <a:pt x="28" y="24"/>
                    <a:pt x="28" y="18"/>
                  </a:cubicBezTo>
                  <a:cubicBezTo>
                    <a:pt x="28" y="11"/>
                    <a:pt x="24" y="4"/>
                    <a:pt x="16" y="4"/>
                  </a:cubicBezTo>
                  <a:cubicBezTo>
                    <a:pt x="8" y="4"/>
                    <a:pt x="4" y="11"/>
                    <a:pt x="4" y="18"/>
                  </a:cubicBezTo>
                  <a:cubicBezTo>
                    <a:pt x="4" y="24"/>
                    <a:pt x="8" y="32"/>
                    <a:pt x="16" y="3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4" name="Freeform 61"/>
            <p:cNvSpPr>
              <a:spLocks/>
            </p:cNvSpPr>
            <p:nvPr userDrawn="1"/>
          </p:nvSpPr>
          <p:spPr bwMode="auto">
            <a:xfrm>
              <a:off x="6752" y="579"/>
              <a:ext cx="22" cy="34"/>
            </a:xfrm>
            <a:custGeom>
              <a:avLst/>
              <a:gdLst>
                <a:gd name="T0" fmla="*/ 0 w 22"/>
                <a:gd name="T1" fmla="*/ 0 h 34"/>
                <a:gd name="T2" fmla="*/ 22 w 22"/>
                <a:gd name="T3" fmla="*/ 0 h 34"/>
                <a:gd name="T4" fmla="*/ 22 w 22"/>
                <a:gd name="T5" fmla="*/ 4 h 34"/>
                <a:gd name="T6" fmla="*/ 5 w 22"/>
                <a:gd name="T7" fmla="*/ 4 h 34"/>
                <a:gd name="T8" fmla="*/ 5 w 22"/>
                <a:gd name="T9" fmla="*/ 14 h 34"/>
                <a:gd name="T10" fmla="*/ 20 w 22"/>
                <a:gd name="T11" fmla="*/ 14 h 34"/>
                <a:gd name="T12" fmla="*/ 20 w 22"/>
                <a:gd name="T13" fmla="*/ 18 h 34"/>
                <a:gd name="T14" fmla="*/ 5 w 22"/>
                <a:gd name="T15" fmla="*/ 18 h 34"/>
                <a:gd name="T16" fmla="*/ 5 w 22"/>
                <a:gd name="T17" fmla="*/ 34 h 34"/>
                <a:gd name="T18" fmla="*/ 0 w 22"/>
                <a:gd name="T19" fmla="*/ 34 h 34"/>
                <a:gd name="T20" fmla="*/ 0 w 22"/>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34">
                  <a:moveTo>
                    <a:pt x="0" y="0"/>
                  </a:moveTo>
                  <a:lnTo>
                    <a:pt x="22" y="0"/>
                  </a:lnTo>
                  <a:lnTo>
                    <a:pt x="22" y="4"/>
                  </a:lnTo>
                  <a:lnTo>
                    <a:pt x="5" y="4"/>
                  </a:lnTo>
                  <a:lnTo>
                    <a:pt x="5" y="14"/>
                  </a:lnTo>
                  <a:lnTo>
                    <a:pt x="20" y="14"/>
                  </a:lnTo>
                  <a:lnTo>
                    <a:pt x="20" y="18"/>
                  </a:lnTo>
                  <a:lnTo>
                    <a:pt x="5" y="18"/>
                  </a:lnTo>
                  <a:lnTo>
                    <a:pt x="5" y="34"/>
                  </a:lnTo>
                  <a:lnTo>
                    <a:pt x="0" y="3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5" name="Freeform 62"/>
            <p:cNvSpPr>
              <a:spLocks/>
            </p:cNvSpPr>
            <p:nvPr userDrawn="1"/>
          </p:nvSpPr>
          <p:spPr bwMode="auto">
            <a:xfrm>
              <a:off x="6778" y="579"/>
              <a:ext cx="28" cy="34"/>
            </a:xfrm>
            <a:custGeom>
              <a:avLst/>
              <a:gdLst>
                <a:gd name="T0" fmla="*/ 11 w 28"/>
                <a:gd name="T1" fmla="*/ 4 h 34"/>
                <a:gd name="T2" fmla="*/ 0 w 28"/>
                <a:gd name="T3" fmla="*/ 4 h 34"/>
                <a:gd name="T4" fmla="*/ 0 w 28"/>
                <a:gd name="T5" fmla="*/ 0 h 34"/>
                <a:gd name="T6" fmla="*/ 28 w 28"/>
                <a:gd name="T7" fmla="*/ 0 h 34"/>
                <a:gd name="T8" fmla="*/ 28 w 28"/>
                <a:gd name="T9" fmla="*/ 4 h 34"/>
                <a:gd name="T10" fmla="*/ 16 w 28"/>
                <a:gd name="T11" fmla="*/ 4 h 34"/>
                <a:gd name="T12" fmla="*/ 16 w 28"/>
                <a:gd name="T13" fmla="*/ 34 h 34"/>
                <a:gd name="T14" fmla="*/ 11 w 28"/>
                <a:gd name="T15" fmla="*/ 34 h 34"/>
                <a:gd name="T16" fmla="*/ 11 w 28"/>
                <a:gd name="T17" fmla="*/ 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34">
                  <a:moveTo>
                    <a:pt x="11" y="4"/>
                  </a:moveTo>
                  <a:lnTo>
                    <a:pt x="0" y="4"/>
                  </a:lnTo>
                  <a:lnTo>
                    <a:pt x="0" y="0"/>
                  </a:lnTo>
                  <a:lnTo>
                    <a:pt x="28" y="0"/>
                  </a:lnTo>
                  <a:lnTo>
                    <a:pt x="28" y="4"/>
                  </a:lnTo>
                  <a:lnTo>
                    <a:pt x="16" y="4"/>
                  </a:lnTo>
                  <a:lnTo>
                    <a:pt x="16" y="34"/>
                  </a:lnTo>
                  <a:lnTo>
                    <a:pt x="11" y="34"/>
                  </a:lnTo>
                  <a:lnTo>
                    <a:pt x="1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6" name="Freeform 63"/>
            <p:cNvSpPr>
              <a:spLocks/>
            </p:cNvSpPr>
            <p:nvPr userDrawn="1"/>
          </p:nvSpPr>
          <p:spPr bwMode="auto">
            <a:xfrm>
              <a:off x="6810" y="579"/>
              <a:ext cx="42" cy="34"/>
            </a:xfrm>
            <a:custGeom>
              <a:avLst/>
              <a:gdLst>
                <a:gd name="T0" fmla="*/ 33 w 42"/>
                <a:gd name="T1" fmla="*/ 34 h 34"/>
                <a:gd name="T2" fmla="*/ 29 w 42"/>
                <a:gd name="T3" fmla="*/ 34 h 34"/>
                <a:gd name="T4" fmla="*/ 21 w 42"/>
                <a:gd name="T5" fmla="*/ 5 h 34"/>
                <a:gd name="T6" fmla="*/ 21 w 42"/>
                <a:gd name="T7" fmla="*/ 5 h 34"/>
                <a:gd name="T8" fmla="*/ 13 w 42"/>
                <a:gd name="T9" fmla="*/ 34 h 34"/>
                <a:gd name="T10" fmla="*/ 8 w 42"/>
                <a:gd name="T11" fmla="*/ 34 h 34"/>
                <a:gd name="T12" fmla="*/ 0 w 42"/>
                <a:gd name="T13" fmla="*/ 0 h 34"/>
                <a:gd name="T14" fmla="*/ 4 w 42"/>
                <a:gd name="T15" fmla="*/ 0 h 34"/>
                <a:gd name="T16" fmla="*/ 11 w 42"/>
                <a:gd name="T17" fmla="*/ 28 h 34"/>
                <a:gd name="T18" fmla="*/ 11 w 42"/>
                <a:gd name="T19" fmla="*/ 28 h 34"/>
                <a:gd name="T20" fmla="*/ 19 w 42"/>
                <a:gd name="T21" fmla="*/ 0 h 34"/>
                <a:gd name="T22" fmla="*/ 24 w 42"/>
                <a:gd name="T23" fmla="*/ 0 h 34"/>
                <a:gd name="T24" fmla="*/ 31 w 42"/>
                <a:gd name="T25" fmla="*/ 28 h 34"/>
                <a:gd name="T26" fmla="*/ 31 w 42"/>
                <a:gd name="T27" fmla="*/ 28 h 34"/>
                <a:gd name="T28" fmla="*/ 38 w 42"/>
                <a:gd name="T29" fmla="*/ 0 h 34"/>
                <a:gd name="T30" fmla="*/ 42 w 42"/>
                <a:gd name="T31" fmla="*/ 0 h 34"/>
                <a:gd name="T32" fmla="*/ 33 w 42"/>
                <a:gd name="T33"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34">
                  <a:moveTo>
                    <a:pt x="33" y="34"/>
                  </a:moveTo>
                  <a:lnTo>
                    <a:pt x="29" y="34"/>
                  </a:lnTo>
                  <a:lnTo>
                    <a:pt x="21" y="5"/>
                  </a:lnTo>
                  <a:lnTo>
                    <a:pt x="21" y="5"/>
                  </a:lnTo>
                  <a:lnTo>
                    <a:pt x="13" y="34"/>
                  </a:lnTo>
                  <a:lnTo>
                    <a:pt x="8" y="34"/>
                  </a:lnTo>
                  <a:lnTo>
                    <a:pt x="0" y="0"/>
                  </a:lnTo>
                  <a:lnTo>
                    <a:pt x="4" y="0"/>
                  </a:lnTo>
                  <a:lnTo>
                    <a:pt x="11" y="28"/>
                  </a:lnTo>
                  <a:lnTo>
                    <a:pt x="11" y="28"/>
                  </a:lnTo>
                  <a:lnTo>
                    <a:pt x="19" y="0"/>
                  </a:lnTo>
                  <a:lnTo>
                    <a:pt x="24" y="0"/>
                  </a:lnTo>
                  <a:lnTo>
                    <a:pt x="31" y="28"/>
                  </a:lnTo>
                  <a:lnTo>
                    <a:pt x="31" y="28"/>
                  </a:lnTo>
                  <a:lnTo>
                    <a:pt x="38" y="0"/>
                  </a:lnTo>
                  <a:lnTo>
                    <a:pt x="42" y="0"/>
                  </a:lnTo>
                  <a:lnTo>
                    <a:pt x="33"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7" name="Freeform 64"/>
            <p:cNvSpPr>
              <a:spLocks noEditPoints="1"/>
            </p:cNvSpPr>
            <p:nvPr userDrawn="1"/>
          </p:nvSpPr>
          <p:spPr bwMode="auto">
            <a:xfrm>
              <a:off x="6852" y="579"/>
              <a:ext cx="31" cy="34"/>
            </a:xfrm>
            <a:custGeom>
              <a:avLst/>
              <a:gdLst>
                <a:gd name="T0" fmla="*/ 13 w 31"/>
                <a:gd name="T1" fmla="*/ 0 h 34"/>
                <a:gd name="T2" fmla="*/ 18 w 31"/>
                <a:gd name="T3" fmla="*/ 0 h 34"/>
                <a:gd name="T4" fmla="*/ 31 w 31"/>
                <a:gd name="T5" fmla="*/ 34 h 34"/>
                <a:gd name="T6" fmla="*/ 26 w 31"/>
                <a:gd name="T7" fmla="*/ 34 h 34"/>
                <a:gd name="T8" fmla="*/ 22 w 31"/>
                <a:gd name="T9" fmla="*/ 23 h 34"/>
                <a:gd name="T10" fmla="*/ 8 w 31"/>
                <a:gd name="T11" fmla="*/ 23 h 34"/>
                <a:gd name="T12" fmla="*/ 4 w 31"/>
                <a:gd name="T13" fmla="*/ 34 h 34"/>
                <a:gd name="T14" fmla="*/ 0 w 31"/>
                <a:gd name="T15" fmla="*/ 34 h 34"/>
                <a:gd name="T16" fmla="*/ 13 w 31"/>
                <a:gd name="T17" fmla="*/ 0 h 34"/>
                <a:gd name="T18" fmla="*/ 9 w 31"/>
                <a:gd name="T19" fmla="*/ 20 h 34"/>
                <a:gd name="T20" fmla="*/ 21 w 31"/>
                <a:gd name="T21" fmla="*/ 20 h 34"/>
                <a:gd name="T22" fmla="*/ 15 w 31"/>
                <a:gd name="T23" fmla="*/ 4 h 34"/>
                <a:gd name="T24" fmla="*/ 15 w 31"/>
                <a:gd name="T25" fmla="*/ 4 h 34"/>
                <a:gd name="T26" fmla="*/ 9 w 31"/>
                <a:gd name="T27" fmla="*/ 2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 h="34">
                  <a:moveTo>
                    <a:pt x="13" y="0"/>
                  </a:moveTo>
                  <a:lnTo>
                    <a:pt x="18" y="0"/>
                  </a:lnTo>
                  <a:lnTo>
                    <a:pt x="31" y="34"/>
                  </a:lnTo>
                  <a:lnTo>
                    <a:pt x="26" y="34"/>
                  </a:lnTo>
                  <a:lnTo>
                    <a:pt x="22" y="23"/>
                  </a:lnTo>
                  <a:lnTo>
                    <a:pt x="8" y="23"/>
                  </a:lnTo>
                  <a:lnTo>
                    <a:pt x="4" y="34"/>
                  </a:lnTo>
                  <a:lnTo>
                    <a:pt x="0" y="34"/>
                  </a:lnTo>
                  <a:lnTo>
                    <a:pt x="13" y="0"/>
                  </a:lnTo>
                  <a:close/>
                  <a:moveTo>
                    <a:pt x="9" y="20"/>
                  </a:moveTo>
                  <a:lnTo>
                    <a:pt x="21" y="20"/>
                  </a:lnTo>
                  <a:lnTo>
                    <a:pt x="15" y="4"/>
                  </a:lnTo>
                  <a:lnTo>
                    <a:pt x="15" y="4"/>
                  </a:lnTo>
                  <a:lnTo>
                    <a:pt x="9"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8" name="Freeform 65"/>
            <p:cNvSpPr>
              <a:spLocks noEditPoints="1"/>
            </p:cNvSpPr>
            <p:nvPr userDrawn="1"/>
          </p:nvSpPr>
          <p:spPr bwMode="auto">
            <a:xfrm>
              <a:off x="6888" y="579"/>
              <a:ext cx="28" cy="34"/>
            </a:xfrm>
            <a:custGeom>
              <a:avLst/>
              <a:gdLst>
                <a:gd name="T0" fmla="*/ 0 w 27"/>
                <a:gd name="T1" fmla="*/ 0 h 34"/>
                <a:gd name="T2" fmla="*/ 16 w 27"/>
                <a:gd name="T3" fmla="*/ 0 h 34"/>
                <a:gd name="T4" fmla="*/ 26 w 27"/>
                <a:gd name="T5" fmla="*/ 9 h 34"/>
                <a:gd name="T6" fmla="*/ 20 w 27"/>
                <a:gd name="T7" fmla="*/ 17 h 34"/>
                <a:gd name="T8" fmla="*/ 20 w 27"/>
                <a:gd name="T9" fmla="*/ 17 h 34"/>
                <a:gd name="T10" fmla="*/ 25 w 27"/>
                <a:gd name="T11" fmla="*/ 24 h 34"/>
                <a:gd name="T12" fmla="*/ 27 w 27"/>
                <a:gd name="T13" fmla="*/ 34 h 34"/>
                <a:gd name="T14" fmla="*/ 22 w 27"/>
                <a:gd name="T15" fmla="*/ 34 h 34"/>
                <a:gd name="T16" fmla="*/ 21 w 27"/>
                <a:gd name="T17" fmla="*/ 25 h 34"/>
                <a:gd name="T18" fmla="*/ 16 w 27"/>
                <a:gd name="T19" fmla="*/ 19 h 34"/>
                <a:gd name="T20" fmla="*/ 5 w 27"/>
                <a:gd name="T21" fmla="*/ 19 h 34"/>
                <a:gd name="T22" fmla="*/ 5 w 27"/>
                <a:gd name="T23" fmla="*/ 34 h 34"/>
                <a:gd name="T24" fmla="*/ 0 w 27"/>
                <a:gd name="T25" fmla="*/ 34 h 34"/>
                <a:gd name="T26" fmla="*/ 0 w 27"/>
                <a:gd name="T27" fmla="*/ 0 h 34"/>
                <a:gd name="T28" fmla="*/ 14 w 27"/>
                <a:gd name="T29" fmla="*/ 15 h 34"/>
                <a:gd name="T30" fmla="*/ 22 w 27"/>
                <a:gd name="T31" fmla="*/ 9 h 34"/>
                <a:gd name="T32" fmla="*/ 16 w 27"/>
                <a:gd name="T33" fmla="*/ 4 h 34"/>
                <a:gd name="T34" fmla="*/ 5 w 27"/>
                <a:gd name="T35" fmla="*/ 4 h 34"/>
                <a:gd name="T36" fmla="*/ 5 w 27"/>
                <a:gd name="T37" fmla="*/ 15 h 34"/>
                <a:gd name="T38" fmla="*/ 14 w 27"/>
                <a:gd name="T39"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34">
                  <a:moveTo>
                    <a:pt x="0" y="0"/>
                  </a:moveTo>
                  <a:cubicBezTo>
                    <a:pt x="16" y="0"/>
                    <a:pt x="16" y="0"/>
                    <a:pt x="16" y="0"/>
                  </a:cubicBezTo>
                  <a:cubicBezTo>
                    <a:pt x="22" y="0"/>
                    <a:pt x="26" y="3"/>
                    <a:pt x="26" y="9"/>
                  </a:cubicBezTo>
                  <a:cubicBezTo>
                    <a:pt x="26" y="13"/>
                    <a:pt x="24" y="16"/>
                    <a:pt x="20" y="17"/>
                  </a:cubicBezTo>
                  <a:cubicBezTo>
                    <a:pt x="20" y="17"/>
                    <a:pt x="20" y="17"/>
                    <a:pt x="20" y="17"/>
                  </a:cubicBezTo>
                  <a:cubicBezTo>
                    <a:pt x="24" y="18"/>
                    <a:pt x="25" y="21"/>
                    <a:pt x="25" y="24"/>
                  </a:cubicBezTo>
                  <a:cubicBezTo>
                    <a:pt x="26" y="28"/>
                    <a:pt x="25" y="31"/>
                    <a:pt x="27" y="34"/>
                  </a:cubicBezTo>
                  <a:cubicBezTo>
                    <a:pt x="22" y="34"/>
                    <a:pt x="22" y="34"/>
                    <a:pt x="22" y="34"/>
                  </a:cubicBezTo>
                  <a:cubicBezTo>
                    <a:pt x="21" y="32"/>
                    <a:pt x="22" y="29"/>
                    <a:pt x="21" y="25"/>
                  </a:cubicBezTo>
                  <a:cubicBezTo>
                    <a:pt x="21" y="22"/>
                    <a:pt x="20" y="19"/>
                    <a:pt x="16" y="19"/>
                  </a:cubicBezTo>
                  <a:cubicBezTo>
                    <a:pt x="5" y="19"/>
                    <a:pt x="5" y="19"/>
                    <a:pt x="5" y="19"/>
                  </a:cubicBezTo>
                  <a:cubicBezTo>
                    <a:pt x="5" y="34"/>
                    <a:pt x="5" y="34"/>
                    <a:pt x="5" y="34"/>
                  </a:cubicBezTo>
                  <a:cubicBezTo>
                    <a:pt x="0" y="34"/>
                    <a:pt x="0" y="34"/>
                    <a:pt x="0" y="34"/>
                  </a:cubicBezTo>
                  <a:lnTo>
                    <a:pt x="0" y="0"/>
                  </a:lnTo>
                  <a:close/>
                  <a:moveTo>
                    <a:pt x="14" y="15"/>
                  </a:moveTo>
                  <a:cubicBezTo>
                    <a:pt x="18" y="15"/>
                    <a:pt x="22" y="14"/>
                    <a:pt x="22" y="9"/>
                  </a:cubicBezTo>
                  <a:cubicBezTo>
                    <a:pt x="22" y="6"/>
                    <a:pt x="20" y="4"/>
                    <a:pt x="16" y="4"/>
                  </a:cubicBezTo>
                  <a:cubicBezTo>
                    <a:pt x="5" y="4"/>
                    <a:pt x="5" y="4"/>
                    <a:pt x="5" y="4"/>
                  </a:cubicBezTo>
                  <a:cubicBezTo>
                    <a:pt x="5" y="15"/>
                    <a:pt x="5" y="15"/>
                    <a:pt x="5" y="15"/>
                  </a:cubicBezTo>
                  <a:lnTo>
                    <a:pt x="14"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09" name="Freeform 66"/>
            <p:cNvSpPr>
              <a:spLocks/>
            </p:cNvSpPr>
            <p:nvPr userDrawn="1"/>
          </p:nvSpPr>
          <p:spPr bwMode="auto">
            <a:xfrm>
              <a:off x="6923" y="579"/>
              <a:ext cx="24" cy="34"/>
            </a:xfrm>
            <a:custGeom>
              <a:avLst/>
              <a:gdLst>
                <a:gd name="T0" fmla="*/ 0 w 24"/>
                <a:gd name="T1" fmla="*/ 0 h 34"/>
                <a:gd name="T2" fmla="*/ 23 w 24"/>
                <a:gd name="T3" fmla="*/ 0 h 34"/>
                <a:gd name="T4" fmla="*/ 23 w 24"/>
                <a:gd name="T5" fmla="*/ 4 h 34"/>
                <a:gd name="T6" fmla="*/ 5 w 24"/>
                <a:gd name="T7" fmla="*/ 4 h 34"/>
                <a:gd name="T8" fmla="*/ 5 w 24"/>
                <a:gd name="T9" fmla="*/ 14 h 34"/>
                <a:gd name="T10" fmla="*/ 22 w 24"/>
                <a:gd name="T11" fmla="*/ 14 h 34"/>
                <a:gd name="T12" fmla="*/ 22 w 24"/>
                <a:gd name="T13" fmla="*/ 18 h 34"/>
                <a:gd name="T14" fmla="*/ 5 w 24"/>
                <a:gd name="T15" fmla="*/ 18 h 34"/>
                <a:gd name="T16" fmla="*/ 5 w 24"/>
                <a:gd name="T17" fmla="*/ 30 h 34"/>
                <a:gd name="T18" fmla="*/ 24 w 24"/>
                <a:gd name="T19" fmla="*/ 30 h 34"/>
                <a:gd name="T20" fmla="*/ 24 w 24"/>
                <a:gd name="T21" fmla="*/ 34 h 34"/>
                <a:gd name="T22" fmla="*/ 0 w 24"/>
                <a:gd name="T23" fmla="*/ 34 h 34"/>
                <a:gd name="T24" fmla="*/ 0 w 24"/>
                <a:gd name="T25"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34">
                  <a:moveTo>
                    <a:pt x="0" y="0"/>
                  </a:moveTo>
                  <a:lnTo>
                    <a:pt x="23" y="0"/>
                  </a:lnTo>
                  <a:lnTo>
                    <a:pt x="23" y="4"/>
                  </a:lnTo>
                  <a:lnTo>
                    <a:pt x="5" y="4"/>
                  </a:lnTo>
                  <a:lnTo>
                    <a:pt x="5" y="14"/>
                  </a:lnTo>
                  <a:lnTo>
                    <a:pt x="22" y="14"/>
                  </a:lnTo>
                  <a:lnTo>
                    <a:pt x="22" y="18"/>
                  </a:lnTo>
                  <a:lnTo>
                    <a:pt x="5" y="18"/>
                  </a:lnTo>
                  <a:lnTo>
                    <a:pt x="5" y="30"/>
                  </a:lnTo>
                  <a:lnTo>
                    <a:pt x="24" y="30"/>
                  </a:lnTo>
                  <a:lnTo>
                    <a:pt x="24" y="34"/>
                  </a:lnTo>
                  <a:lnTo>
                    <a:pt x="0" y="3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0" name="Freeform 67"/>
            <p:cNvSpPr>
              <a:spLocks/>
            </p:cNvSpPr>
            <p:nvPr userDrawn="1"/>
          </p:nvSpPr>
          <p:spPr bwMode="auto">
            <a:xfrm>
              <a:off x="6965" y="579"/>
              <a:ext cx="28" cy="34"/>
            </a:xfrm>
            <a:custGeom>
              <a:avLst/>
              <a:gdLst>
                <a:gd name="T0" fmla="*/ 11 w 28"/>
                <a:gd name="T1" fmla="*/ 4 h 34"/>
                <a:gd name="T2" fmla="*/ 0 w 28"/>
                <a:gd name="T3" fmla="*/ 4 h 34"/>
                <a:gd name="T4" fmla="*/ 0 w 28"/>
                <a:gd name="T5" fmla="*/ 0 h 34"/>
                <a:gd name="T6" fmla="*/ 28 w 28"/>
                <a:gd name="T7" fmla="*/ 0 h 34"/>
                <a:gd name="T8" fmla="*/ 28 w 28"/>
                <a:gd name="T9" fmla="*/ 4 h 34"/>
                <a:gd name="T10" fmla="*/ 16 w 28"/>
                <a:gd name="T11" fmla="*/ 4 h 34"/>
                <a:gd name="T12" fmla="*/ 16 w 28"/>
                <a:gd name="T13" fmla="*/ 34 h 34"/>
                <a:gd name="T14" fmla="*/ 11 w 28"/>
                <a:gd name="T15" fmla="*/ 34 h 34"/>
                <a:gd name="T16" fmla="*/ 11 w 28"/>
                <a:gd name="T17" fmla="*/ 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34">
                  <a:moveTo>
                    <a:pt x="11" y="4"/>
                  </a:moveTo>
                  <a:lnTo>
                    <a:pt x="0" y="4"/>
                  </a:lnTo>
                  <a:lnTo>
                    <a:pt x="0" y="0"/>
                  </a:lnTo>
                  <a:lnTo>
                    <a:pt x="28" y="0"/>
                  </a:lnTo>
                  <a:lnTo>
                    <a:pt x="28" y="4"/>
                  </a:lnTo>
                  <a:lnTo>
                    <a:pt x="16" y="4"/>
                  </a:lnTo>
                  <a:lnTo>
                    <a:pt x="16" y="34"/>
                  </a:lnTo>
                  <a:lnTo>
                    <a:pt x="11" y="34"/>
                  </a:lnTo>
                  <a:lnTo>
                    <a:pt x="1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1" name="Freeform 68"/>
            <p:cNvSpPr>
              <a:spLocks/>
            </p:cNvSpPr>
            <p:nvPr userDrawn="1"/>
          </p:nvSpPr>
          <p:spPr bwMode="auto">
            <a:xfrm>
              <a:off x="6998" y="579"/>
              <a:ext cx="24" cy="34"/>
            </a:xfrm>
            <a:custGeom>
              <a:avLst/>
              <a:gdLst>
                <a:gd name="T0" fmla="*/ 0 w 24"/>
                <a:gd name="T1" fmla="*/ 0 h 34"/>
                <a:gd name="T2" fmla="*/ 24 w 24"/>
                <a:gd name="T3" fmla="*/ 0 h 34"/>
                <a:gd name="T4" fmla="*/ 24 w 24"/>
                <a:gd name="T5" fmla="*/ 4 h 34"/>
                <a:gd name="T6" fmla="*/ 5 w 24"/>
                <a:gd name="T7" fmla="*/ 4 h 34"/>
                <a:gd name="T8" fmla="*/ 5 w 24"/>
                <a:gd name="T9" fmla="*/ 14 h 34"/>
                <a:gd name="T10" fmla="*/ 23 w 24"/>
                <a:gd name="T11" fmla="*/ 14 h 34"/>
                <a:gd name="T12" fmla="*/ 23 w 24"/>
                <a:gd name="T13" fmla="*/ 18 h 34"/>
                <a:gd name="T14" fmla="*/ 5 w 24"/>
                <a:gd name="T15" fmla="*/ 18 h 34"/>
                <a:gd name="T16" fmla="*/ 5 w 24"/>
                <a:gd name="T17" fmla="*/ 30 h 34"/>
                <a:gd name="T18" fmla="*/ 24 w 24"/>
                <a:gd name="T19" fmla="*/ 30 h 34"/>
                <a:gd name="T20" fmla="*/ 24 w 24"/>
                <a:gd name="T21" fmla="*/ 34 h 34"/>
                <a:gd name="T22" fmla="*/ 0 w 24"/>
                <a:gd name="T23" fmla="*/ 34 h 34"/>
                <a:gd name="T24" fmla="*/ 0 w 24"/>
                <a:gd name="T25"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34">
                  <a:moveTo>
                    <a:pt x="0" y="0"/>
                  </a:moveTo>
                  <a:lnTo>
                    <a:pt x="24" y="0"/>
                  </a:lnTo>
                  <a:lnTo>
                    <a:pt x="24" y="4"/>
                  </a:lnTo>
                  <a:lnTo>
                    <a:pt x="5" y="4"/>
                  </a:lnTo>
                  <a:lnTo>
                    <a:pt x="5" y="14"/>
                  </a:lnTo>
                  <a:lnTo>
                    <a:pt x="23" y="14"/>
                  </a:lnTo>
                  <a:lnTo>
                    <a:pt x="23" y="18"/>
                  </a:lnTo>
                  <a:lnTo>
                    <a:pt x="5" y="18"/>
                  </a:lnTo>
                  <a:lnTo>
                    <a:pt x="5" y="30"/>
                  </a:lnTo>
                  <a:lnTo>
                    <a:pt x="24" y="30"/>
                  </a:lnTo>
                  <a:lnTo>
                    <a:pt x="24" y="34"/>
                  </a:lnTo>
                  <a:lnTo>
                    <a:pt x="0" y="3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2" name="Freeform 69"/>
            <p:cNvSpPr>
              <a:spLocks/>
            </p:cNvSpPr>
            <p:nvPr userDrawn="1"/>
          </p:nvSpPr>
          <p:spPr bwMode="auto">
            <a:xfrm>
              <a:off x="7027" y="578"/>
              <a:ext cx="31" cy="35"/>
            </a:xfrm>
            <a:custGeom>
              <a:avLst/>
              <a:gdLst>
                <a:gd name="T0" fmla="*/ 26 w 31"/>
                <a:gd name="T1" fmla="*/ 11 h 35"/>
                <a:gd name="T2" fmla="*/ 16 w 31"/>
                <a:gd name="T3" fmla="*/ 4 h 35"/>
                <a:gd name="T4" fmla="*/ 5 w 31"/>
                <a:gd name="T5" fmla="*/ 17 h 35"/>
                <a:gd name="T6" fmla="*/ 16 w 31"/>
                <a:gd name="T7" fmla="*/ 32 h 35"/>
                <a:gd name="T8" fmla="*/ 26 w 31"/>
                <a:gd name="T9" fmla="*/ 22 h 35"/>
                <a:gd name="T10" fmla="*/ 31 w 31"/>
                <a:gd name="T11" fmla="*/ 22 h 35"/>
                <a:gd name="T12" fmla="*/ 16 w 31"/>
                <a:gd name="T13" fmla="*/ 35 h 35"/>
                <a:gd name="T14" fmla="*/ 0 w 31"/>
                <a:gd name="T15" fmla="*/ 18 h 35"/>
                <a:gd name="T16" fmla="*/ 16 w 31"/>
                <a:gd name="T17" fmla="*/ 0 h 35"/>
                <a:gd name="T18" fmla="*/ 30 w 31"/>
                <a:gd name="T19" fmla="*/ 11 h 35"/>
                <a:gd name="T20" fmla="*/ 26 w 31"/>
                <a:gd name="T21"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 h="35">
                  <a:moveTo>
                    <a:pt x="26" y="11"/>
                  </a:moveTo>
                  <a:cubicBezTo>
                    <a:pt x="25" y="6"/>
                    <a:pt x="21" y="4"/>
                    <a:pt x="16" y="4"/>
                  </a:cubicBezTo>
                  <a:cubicBezTo>
                    <a:pt x="8" y="4"/>
                    <a:pt x="5" y="10"/>
                    <a:pt x="5" y="17"/>
                  </a:cubicBezTo>
                  <a:cubicBezTo>
                    <a:pt x="5" y="25"/>
                    <a:pt x="8" y="32"/>
                    <a:pt x="16" y="32"/>
                  </a:cubicBezTo>
                  <a:cubicBezTo>
                    <a:pt x="22" y="32"/>
                    <a:pt x="26" y="27"/>
                    <a:pt x="26" y="22"/>
                  </a:cubicBezTo>
                  <a:cubicBezTo>
                    <a:pt x="31" y="22"/>
                    <a:pt x="31" y="22"/>
                    <a:pt x="31" y="22"/>
                  </a:cubicBezTo>
                  <a:cubicBezTo>
                    <a:pt x="30" y="30"/>
                    <a:pt x="25" y="35"/>
                    <a:pt x="16" y="35"/>
                  </a:cubicBezTo>
                  <a:cubicBezTo>
                    <a:pt x="6" y="35"/>
                    <a:pt x="0" y="28"/>
                    <a:pt x="0" y="18"/>
                  </a:cubicBezTo>
                  <a:cubicBezTo>
                    <a:pt x="0" y="8"/>
                    <a:pt x="6" y="0"/>
                    <a:pt x="16" y="0"/>
                  </a:cubicBezTo>
                  <a:cubicBezTo>
                    <a:pt x="23" y="0"/>
                    <a:pt x="29" y="4"/>
                    <a:pt x="30" y="11"/>
                  </a:cubicBezTo>
                  <a:lnTo>
                    <a:pt x="2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3" name="Freeform 70"/>
            <p:cNvSpPr>
              <a:spLocks/>
            </p:cNvSpPr>
            <p:nvPr userDrawn="1"/>
          </p:nvSpPr>
          <p:spPr bwMode="auto">
            <a:xfrm>
              <a:off x="7065" y="579"/>
              <a:ext cx="28" cy="34"/>
            </a:xfrm>
            <a:custGeom>
              <a:avLst/>
              <a:gdLst>
                <a:gd name="T0" fmla="*/ 0 w 28"/>
                <a:gd name="T1" fmla="*/ 0 h 34"/>
                <a:gd name="T2" fmla="*/ 4 w 28"/>
                <a:gd name="T3" fmla="*/ 0 h 34"/>
                <a:gd name="T4" fmla="*/ 4 w 28"/>
                <a:gd name="T5" fmla="*/ 14 h 34"/>
                <a:gd name="T6" fmla="*/ 23 w 28"/>
                <a:gd name="T7" fmla="*/ 14 h 34"/>
                <a:gd name="T8" fmla="*/ 23 w 28"/>
                <a:gd name="T9" fmla="*/ 0 h 34"/>
                <a:gd name="T10" fmla="*/ 28 w 28"/>
                <a:gd name="T11" fmla="*/ 0 h 34"/>
                <a:gd name="T12" fmla="*/ 28 w 28"/>
                <a:gd name="T13" fmla="*/ 34 h 34"/>
                <a:gd name="T14" fmla="*/ 23 w 28"/>
                <a:gd name="T15" fmla="*/ 34 h 34"/>
                <a:gd name="T16" fmla="*/ 23 w 28"/>
                <a:gd name="T17" fmla="*/ 18 h 34"/>
                <a:gd name="T18" fmla="*/ 4 w 28"/>
                <a:gd name="T19" fmla="*/ 18 h 34"/>
                <a:gd name="T20" fmla="*/ 4 w 28"/>
                <a:gd name="T21" fmla="*/ 34 h 34"/>
                <a:gd name="T22" fmla="*/ 0 w 28"/>
                <a:gd name="T23" fmla="*/ 34 h 34"/>
                <a:gd name="T24" fmla="*/ 0 w 28"/>
                <a:gd name="T25"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34">
                  <a:moveTo>
                    <a:pt x="0" y="0"/>
                  </a:moveTo>
                  <a:lnTo>
                    <a:pt x="4" y="0"/>
                  </a:lnTo>
                  <a:lnTo>
                    <a:pt x="4" y="14"/>
                  </a:lnTo>
                  <a:lnTo>
                    <a:pt x="23" y="14"/>
                  </a:lnTo>
                  <a:lnTo>
                    <a:pt x="23" y="0"/>
                  </a:lnTo>
                  <a:lnTo>
                    <a:pt x="28" y="0"/>
                  </a:lnTo>
                  <a:lnTo>
                    <a:pt x="28" y="34"/>
                  </a:lnTo>
                  <a:lnTo>
                    <a:pt x="23" y="34"/>
                  </a:lnTo>
                  <a:lnTo>
                    <a:pt x="23" y="18"/>
                  </a:lnTo>
                  <a:lnTo>
                    <a:pt x="4" y="18"/>
                  </a:lnTo>
                  <a:lnTo>
                    <a:pt x="4" y="34"/>
                  </a:lnTo>
                  <a:lnTo>
                    <a:pt x="0" y="3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4" name="Freeform 71"/>
            <p:cNvSpPr>
              <a:spLocks/>
            </p:cNvSpPr>
            <p:nvPr userDrawn="1"/>
          </p:nvSpPr>
          <p:spPr bwMode="auto">
            <a:xfrm>
              <a:off x="7102" y="579"/>
              <a:ext cx="27" cy="34"/>
            </a:xfrm>
            <a:custGeom>
              <a:avLst/>
              <a:gdLst>
                <a:gd name="T0" fmla="*/ 0 w 27"/>
                <a:gd name="T1" fmla="*/ 0 h 34"/>
                <a:gd name="T2" fmla="*/ 5 w 27"/>
                <a:gd name="T3" fmla="*/ 0 h 34"/>
                <a:gd name="T4" fmla="*/ 22 w 27"/>
                <a:gd name="T5" fmla="*/ 27 h 34"/>
                <a:gd name="T6" fmla="*/ 22 w 27"/>
                <a:gd name="T7" fmla="*/ 27 h 34"/>
                <a:gd name="T8" fmla="*/ 22 w 27"/>
                <a:gd name="T9" fmla="*/ 0 h 34"/>
                <a:gd name="T10" fmla="*/ 27 w 27"/>
                <a:gd name="T11" fmla="*/ 0 h 34"/>
                <a:gd name="T12" fmla="*/ 27 w 27"/>
                <a:gd name="T13" fmla="*/ 34 h 34"/>
                <a:gd name="T14" fmla="*/ 22 w 27"/>
                <a:gd name="T15" fmla="*/ 34 h 34"/>
                <a:gd name="T16" fmla="*/ 4 w 27"/>
                <a:gd name="T17" fmla="*/ 6 h 34"/>
                <a:gd name="T18" fmla="*/ 4 w 27"/>
                <a:gd name="T19" fmla="*/ 6 h 34"/>
                <a:gd name="T20" fmla="*/ 4 w 27"/>
                <a:gd name="T21" fmla="*/ 34 h 34"/>
                <a:gd name="T22" fmla="*/ 0 w 27"/>
                <a:gd name="T23" fmla="*/ 34 h 34"/>
                <a:gd name="T24" fmla="*/ 0 w 27"/>
                <a:gd name="T25"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34">
                  <a:moveTo>
                    <a:pt x="0" y="0"/>
                  </a:moveTo>
                  <a:lnTo>
                    <a:pt x="5" y="0"/>
                  </a:lnTo>
                  <a:lnTo>
                    <a:pt x="22" y="27"/>
                  </a:lnTo>
                  <a:lnTo>
                    <a:pt x="22" y="27"/>
                  </a:lnTo>
                  <a:lnTo>
                    <a:pt x="22" y="0"/>
                  </a:lnTo>
                  <a:lnTo>
                    <a:pt x="27" y="0"/>
                  </a:lnTo>
                  <a:lnTo>
                    <a:pt x="27" y="34"/>
                  </a:lnTo>
                  <a:lnTo>
                    <a:pt x="22" y="34"/>
                  </a:lnTo>
                  <a:lnTo>
                    <a:pt x="4" y="6"/>
                  </a:lnTo>
                  <a:lnTo>
                    <a:pt x="4" y="6"/>
                  </a:lnTo>
                  <a:lnTo>
                    <a:pt x="4" y="34"/>
                  </a:lnTo>
                  <a:lnTo>
                    <a:pt x="0" y="3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5" name="Freeform 72"/>
            <p:cNvSpPr>
              <a:spLocks noEditPoints="1"/>
            </p:cNvSpPr>
            <p:nvPr userDrawn="1"/>
          </p:nvSpPr>
          <p:spPr bwMode="auto">
            <a:xfrm>
              <a:off x="7136" y="578"/>
              <a:ext cx="33" cy="35"/>
            </a:xfrm>
            <a:custGeom>
              <a:avLst/>
              <a:gdLst>
                <a:gd name="T0" fmla="*/ 16 w 32"/>
                <a:gd name="T1" fmla="*/ 0 h 35"/>
                <a:gd name="T2" fmla="*/ 32 w 32"/>
                <a:gd name="T3" fmla="*/ 18 h 35"/>
                <a:gd name="T4" fmla="*/ 16 w 32"/>
                <a:gd name="T5" fmla="*/ 35 h 35"/>
                <a:gd name="T6" fmla="*/ 0 w 32"/>
                <a:gd name="T7" fmla="*/ 18 h 35"/>
                <a:gd name="T8" fmla="*/ 16 w 32"/>
                <a:gd name="T9" fmla="*/ 0 h 35"/>
                <a:gd name="T10" fmla="*/ 16 w 32"/>
                <a:gd name="T11" fmla="*/ 32 h 35"/>
                <a:gd name="T12" fmla="*/ 28 w 32"/>
                <a:gd name="T13" fmla="*/ 18 h 35"/>
                <a:gd name="T14" fmla="*/ 16 w 32"/>
                <a:gd name="T15" fmla="*/ 4 h 35"/>
                <a:gd name="T16" fmla="*/ 4 w 32"/>
                <a:gd name="T17" fmla="*/ 18 h 35"/>
                <a:gd name="T18" fmla="*/ 16 w 32"/>
                <a:gd name="T19"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5">
                  <a:moveTo>
                    <a:pt x="16" y="0"/>
                  </a:moveTo>
                  <a:cubicBezTo>
                    <a:pt x="27" y="0"/>
                    <a:pt x="32" y="8"/>
                    <a:pt x="32" y="18"/>
                  </a:cubicBezTo>
                  <a:cubicBezTo>
                    <a:pt x="32" y="27"/>
                    <a:pt x="27" y="35"/>
                    <a:pt x="16" y="35"/>
                  </a:cubicBezTo>
                  <a:cubicBezTo>
                    <a:pt x="5" y="35"/>
                    <a:pt x="0" y="27"/>
                    <a:pt x="0" y="18"/>
                  </a:cubicBezTo>
                  <a:cubicBezTo>
                    <a:pt x="0" y="8"/>
                    <a:pt x="5" y="0"/>
                    <a:pt x="16" y="0"/>
                  </a:cubicBezTo>
                  <a:close/>
                  <a:moveTo>
                    <a:pt x="16" y="32"/>
                  </a:moveTo>
                  <a:cubicBezTo>
                    <a:pt x="24" y="32"/>
                    <a:pt x="28" y="24"/>
                    <a:pt x="28" y="18"/>
                  </a:cubicBezTo>
                  <a:cubicBezTo>
                    <a:pt x="28" y="11"/>
                    <a:pt x="24" y="4"/>
                    <a:pt x="16" y="4"/>
                  </a:cubicBezTo>
                  <a:cubicBezTo>
                    <a:pt x="8" y="4"/>
                    <a:pt x="4" y="11"/>
                    <a:pt x="4" y="18"/>
                  </a:cubicBezTo>
                  <a:cubicBezTo>
                    <a:pt x="4" y="24"/>
                    <a:pt x="8" y="32"/>
                    <a:pt x="16" y="3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6" name="Freeform 73"/>
            <p:cNvSpPr>
              <a:spLocks/>
            </p:cNvSpPr>
            <p:nvPr userDrawn="1"/>
          </p:nvSpPr>
          <p:spPr bwMode="auto">
            <a:xfrm>
              <a:off x="7176" y="579"/>
              <a:ext cx="22" cy="34"/>
            </a:xfrm>
            <a:custGeom>
              <a:avLst/>
              <a:gdLst>
                <a:gd name="T0" fmla="*/ 0 w 22"/>
                <a:gd name="T1" fmla="*/ 0 h 34"/>
                <a:gd name="T2" fmla="*/ 4 w 22"/>
                <a:gd name="T3" fmla="*/ 0 h 34"/>
                <a:gd name="T4" fmla="*/ 4 w 22"/>
                <a:gd name="T5" fmla="*/ 30 h 34"/>
                <a:gd name="T6" fmla="*/ 22 w 22"/>
                <a:gd name="T7" fmla="*/ 30 h 34"/>
                <a:gd name="T8" fmla="*/ 22 w 22"/>
                <a:gd name="T9" fmla="*/ 34 h 34"/>
                <a:gd name="T10" fmla="*/ 0 w 22"/>
                <a:gd name="T11" fmla="*/ 34 h 34"/>
                <a:gd name="T12" fmla="*/ 0 w 22"/>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2" h="34">
                  <a:moveTo>
                    <a:pt x="0" y="0"/>
                  </a:moveTo>
                  <a:lnTo>
                    <a:pt x="4" y="0"/>
                  </a:lnTo>
                  <a:lnTo>
                    <a:pt x="4" y="30"/>
                  </a:lnTo>
                  <a:lnTo>
                    <a:pt x="22" y="30"/>
                  </a:lnTo>
                  <a:lnTo>
                    <a:pt x="22" y="34"/>
                  </a:lnTo>
                  <a:lnTo>
                    <a:pt x="0" y="3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7" name="Freeform 74"/>
            <p:cNvSpPr>
              <a:spLocks noEditPoints="1"/>
            </p:cNvSpPr>
            <p:nvPr userDrawn="1"/>
          </p:nvSpPr>
          <p:spPr bwMode="auto">
            <a:xfrm>
              <a:off x="7201" y="578"/>
              <a:ext cx="33" cy="35"/>
            </a:xfrm>
            <a:custGeom>
              <a:avLst/>
              <a:gdLst>
                <a:gd name="T0" fmla="*/ 16 w 33"/>
                <a:gd name="T1" fmla="*/ 0 h 35"/>
                <a:gd name="T2" fmla="*/ 33 w 33"/>
                <a:gd name="T3" fmla="*/ 18 h 35"/>
                <a:gd name="T4" fmla="*/ 16 w 33"/>
                <a:gd name="T5" fmla="*/ 35 h 35"/>
                <a:gd name="T6" fmla="*/ 0 w 33"/>
                <a:gd name="T7" fmla="*/ 18 h 35"/>
                <a:gd name="T8" fmla="*/ 16 w 33"/>
                <a:gd name="T9" fmla="*/ 0 h 35"/>
                <a:gd name="T10" fmla="*/ 16 w 33"/>
                <a:gd name="T11" fmla="*/ 32 h 35"/>
                <a:gd name="T12" fmla="*/ 28 w 33"/>
                <a:gd name="T13" fmla="*/ 18 h 35"/>
                <a:gd name="T14" fmla="*/ 16 w 33"/>
                <a:gd name="T15" fmla="*/ 4 h 35"/>
                <a:gd name="T16" fmla="*/ 5 w 33"/>
                <a:gd name="T17" fmla="*/ 18 h 35"/>
                <a:gd name="T18" fmla="*/ 16 w 33"/>
                <a:gd name="T19"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5">
                  <a:moveTo>
                    <a:pt x="16" y="0"/>
                  </a:moveTo>
                  <a:cubicBezTo>
                    <a:pt x="27" y="0"/>
                    <a:pt x="33" y="8"/>
                    <a:pt x="33" y="18"/>
                  </a:cubicBezTo>
                  <a:cubicBezTo>
                    <a:pt x="33" y="27"/>
                    <a:pt x="27" y="35"/>
                    <a:pt x="16" y="35"/>
                  </a:cubicBezTo>
                  <a:cubicBezTo>
                    <a:pt x="6" y="35"/>
                    <a:pt x="0" y="27"/>
                    <a:pt x="0" y="18"/>
                  </a:cubicBezTo>
                  <a:cubicBezTo>
                    <a:pt x="0" y="8"/>
                    <a:pt x="6" y="0"/>
                    <a:pt x="16" y="0"/>
                  </a:cubicBezTo>
                  <a:close/>
                  <a:moveTo>
                    <a:pt x="16" y="32"/>
                  </a:moveTo>
                  <a:cubicBezTo>
                    <a:pt x="25" y="32"/>
                    <a:pt x="28" y="24"/>
                    <a:pt x="28" y="18"/>
                  </a:cubicBezTo>
                  <a:cubicBezTo>
                    <a:pt x="28" y="11"/>
                    <a:pt x="25" y="4"/>
                    <a:pt x="16" y="4"/>
                  </a:cubicBezTo>
                  <a:cubicBezTo>
                    <a:pt x="8" y="4"/>
                    <a:pt x="5" y="11"/>
                    <a:pt x="5" y="18"/>
                  </a:cubicBezTo>
                  <a:cubicBezTo>
                    <a:pt x="5" y="24"/>
                    <a:pt x="8" y="32"/>
                    <a:pt x="16" y="3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8" name="Freeform 75"/>
            <p:cNvSpPr>
              <a:spLocks/>
            </p:cNvSpPr>
            <p:nvPr userDrawn="1"/>
          </p:nvSpPr>
          <p:spPr bwMode="auto">
            <a:xfrm>
              <a:off x="7239" y="578"/>
              <a:ext cx="32" cy="35"/>
            </a:xfrm>
            <a:custGeom>
              <a:avLst/>
              <a:gdLst>
                <a:gd name="T0" fmla="*/ 27 w 31"/>
                <a:gd name="T1" fmla="*/ 30 h 35"/>
                <a:gd name="T2" fmla="*/ 16 w 31"/>
                <a:gd name="T3" fmla="*/ 35 h 35"/>
                <a:gd name="T4" fmla="*/ 0 w 31"/>
                <a:gd name="T5" fmla="*/ 18 h 35"/>
                <a:gd name="T6" fmla="*/ 16 w 31"/>
                <a:gd name="T7" fmla="*/ 0 h 35"/>
                <a:gd name="T8" fmla="*/ 31 w 31"/>
                <a:gd name="T9" fmla="*/ 11 h 35"/>
                <a:gd name="T10" fmla="*/ 26 w 31"/>
                <a:gd name="T11" fmla="*/ 11 h 35"/>
                <a:gd name="T12" fmla="*/ 16 w 31"/>
                <a:gd name="T13" fmla="*/ 4 h 35"/>
                <a:gd name="T14" fmla="*/ 5 w 31"/>
                <a:gd name="T15" fmla="*/ 18 h 35"/>
                <a:gd name="T16" fmla="*/ 16 w 31"/>
                <a:gd name="T17" fmla="*/ 32 h 35"/>
                <a:gd name="T18" fmla="*/ 27 w 31"/>
                <a:gd name="T19" fmla="*/ 21 h 35"/>
                <a:gd name="T20" fmla="*/ 16 w 31"/>
                <a:gd name="T21" fmla="*/ 21 h 35"/>
                <a:gd name="T22" fmla="*/ 16 w 31"/>
                <a:gd name="T23" fmla="*/ 17 h 35"/>
                <a:gd name="T24" fmla="*/ 31 w 31"/>
                <a:gd name="T25" fmla="*/ 17 h 35"/>
                <a:gd name="T26" fmla="*/ 31 w 31"/>
                <a:gd name="T27" fmla="*/ 35 h 35"/>
                <a:gd name="T28" fmla="*/ 28 w 31"/>
                <a:gd name="T29" fmla="*/ 35 h 35"/>
                <a:gd name="T30" fmla="*/ 27 w 31"/>
                <a:gd name="T31" fmla="*/ 3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7" y="30"/>
                  </a:moveTo>
                  <a:cubicBezTo>
                    <a:pt x="25" y="34"/>
                    <a:pt x="20" y="35"/>
                    <a:pt x="16" y="35"/>
                  </a:cubicBezTo>
                  <a:cubicBezTo>
                    <a:pt x="6" y="35"/>
                    <a:pt x="0" y="27"/>
                    <a:pt x="0" y="18"/>
                  </a:cubicBezTo>
                  <a:cubicBezTo>
                    <a:pt x="0" y="8"/>
                    <a:pt x="6" y="0"/>
                    <a:pt x="16" y="0"/>
                  </a:cubicBezTo>
                  <a:cubicBezTo>
                    <a:pt x="24" y="0"/>
                    <a:pt x="30" y="3"/>
                    <a:pt x="31" y="11"/>
                  </a:cubicBezTo>
                  <a:cubicBezTo>
                    <a:pt x="26" y="11"/>
                    <a:pt x="26" y="11"/>
                    <a:pt x="26" y="11"/>
                  </a:cubicBezTo>
                  <a:cubicBezTo>
                    <a:pt x="25" y="6"/>
                    <a:pt x="21" y="4"/>
                    <a:pt x="16" y="4"/>
                  </a:cubicBezTo>
                  <a:cubicBezTo>
                    <a:pt x="8" y="4"/>
                    <a:pt x="5" y="11"/>
                    <a:pt x="5" y="18"/>
                  </a:cubicBezTo>
                  <a:cubicBezTo>
                    <a:pt x="5" y="25"/>
                    <a:pt x="9" y="32"/>
                    <a:pt x="16" y="32"/>
                  </a:cubicBezTo>
                  <a:cubicBezTo>
                    <a:pt x="23" y="32"/>
                    <a:pt x="27" y="27"/>
                    <a:pt x="27" y="21"/>
                  </a:cubicBezTo>
                  <a:cubicBezTo>
                    <a:pt x="16" y="21"/>
                    <a:pt x="16" y="21"/>
                    <a:pt x="16" y="21"/>
                  </a:cubicBezTo>
                  <a:cubicBezTo>
                    <a:pt x="16" y="17"/>
                    <a:pt x="16" y="17"/>
                    <a:pt x="16" y="17"/>
                  </a:cubicBezTo>
                  <a:cubicBezTo>
                    <a:pt x="31" y="17"/>
                    <a:pt x="31" y="17"/>
                    <a:pt x="31" y="17"/>
                  </a:cubicBezTo>
                  <a:cubicBezTo>
                    <a:pt x="31" y="35"/>
                    <a:pt x="31" y="35"/>
                    <a:pt x="31" y="35"/>
                  </a:cubicBezTo>
                  <a:cubicBezTo>
                    <a:pt x="28" y="35"/>
                    <a:pt x="28" y="35"/>
                    <a:pt x="28" y="35"/>
                  </a:cubicBezTo>
                  <a:lnTo>
                    <a:pt x="27"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19" name="Rectangle 76"/>
            <p:cNvSpPr>
              <a:spLocks noChangeArrowheads="1"/>
            </p:cNvSpPr>
            <p:nvPr userDrawn="1"/>
          </p:nvSpPr>
          <p:spPr bwMode="auto">
            <a:xfrm>
              <a:off x="7280" y="579"/>
              <a:ext cx="4"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20" name="Freeform 77"/>
            <p:cNvSpPr>
              <a:spLocks/>
            </p:cNvSpPr>
            <p:nvPr userDrawn="1"/>
          </p:nvSpPr>
          <p:spPr bwMode="auto">
            <a:xfrm>
              <a:off x="7293" y="579"/>
              <a:ext cx="24" cy="34"/>
            </a:xfrm>
            <a:custGeom>
              <a:avLst/>
              <a:gdLst>
                <a:gd name="T0" fmla="*/ 0 w 24"/>
                <a:gd name="T1" fmla="*/ 0 h 34"/>
                <a:gd name="T2" fmla="*/ 24 w 24"/>
                <a:gd name="T3" fmla="*/ 0 h 34"/>
                <a:gd name="T4" fmla="*/ 24 w 24"/>
                <a:gd name="T5" fmla="*/ 4 h 34"/>
                <a:gd name="T6" fmla="*/ 5 w 24"/>
                <a:gd name="T7" fmla="*/ 4 h 34"/>
                <a:gd name="T8" fmla="*/ 5 w 24"/>
                <a:gd name="T9" fmla="*/ 14 h 34"/>
                <a:gd name="T10" fmla="*/ 22 w 24"/>
                <a:gd name="T11" fmla="*/ 14 h 34"/>
                <a:gd name="T12" fmla="*/ 22 w 24"/>
                <a:gd name="T13" fmla="*/ 18 h 34"/>
                <a:gd name="T14" fmla="*/ 5 w 24"/>
                <a:gd name="T15" fmla="*/ 18 h 34"/>
                <a:gd name="T16" fmla="*/ 5 w 24"/>
                <a:gd name="T17" fmla="*/ 30 h 34"/>
                <a:gd name="T18" fmla="*/ 24 w 24"/>
                <a:gd name="T19" fmla="*/ 30 h 34"/>
                <a:gd name="T20" fmla="*/ 24 w 24"/>
                <a:gd name="T21" fmla="*/ 34 h 34"/>
                <a:gd name="T22" fmla="*/ 0 w 24"/>
                <a:gd name="T23" fmla="*/ 34 h 34"/>
                <a:gd name="T24" fmla="*/ 0 w 24"/>
                <a:gd name="T25"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34">
                  <a:moveTo>
                    <a:pt x="0" y="0"/>
                  </a:moveTo>
                  <a:lnTo>
                    <a:pt x="24" y="0"/>
                  </a:lnTo>
                  <a:lnTo>
                    <a:pt x="24" y="4"/>
                  </a:lnTo>
                  <a:lnTo>
                    <a:pt x="5" y="4"/>
                  </a:lnTo>
                  <a:lnTo>
                    <a:pt x="5" y="14"/>
                  </a:lnTo>
                  <a:lnTo>
                    <a:pt x="22" y="14"/>
                  </a:lnTo>
                  <a:lnTo>
                    <a:pt x="22" y="18"/>
                  </a:lnTo>
                  <a:lnTo>
                    <a:pt x="5" y="18"/>
                  </a:lnTo>
                  <a:lnTo>
                    <a:pt x="5" y="30"/>
                  </a:lnTo>
                  <a:lnTo>
                    <a:pt x="24" y="30"/>
                  </a:lnTo>
                  <a:lnTo>
                    <a:pt x="24" y="34"/>
                  </a:lnTo>
                  <a:lnTo>
                    <a:pt x="0" y="3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21" name="Freeform 78"/>
            <p:cNvSpPr>
              <a:spLocks/>
            </p:cNvSpPr>
            <p:nvPr userDrawn="1"/>
          </p:nvSpPr>
          <p:spPr bwMode="auto">
            <a:xfrm>
              <a:off x="7322" y="578"/>
              <a:ext cx="28" cy="35"/>
            </a:xfrm>
            <a:custGeom>
              <a:avLst/>
              <a:gdLst>
                <a:gd name="T0" fmla="*/ 22 w 27"/>
                <a:gd name="T1" fmla="*/ 11 h 35"/>
                <a:gd name="T2" fmla="*/ 13 w 27"/>
                <a:gd name="T3" fmla="*/ 4 h 35"/>
                <a:gd name="T4" fmla="*/ 6 w 27"/>
                <a:gd name="T5" fmla="*/ 10 h 35"/>
                <a:gd name="T6" fmla="*/ 16 w 27"/>
                <a:gd name="T7" fmla="*/ 16 h 35"/>
                <a:gd name="T8" fmla="*/ 27 w 27"/>
                <a:gd name="T9" fmla="*/ 25 h 35"/>
                <a:gd name="T10" fmla="*/ 14 w 27"/>
                <a:gd name="T11" fmla="*/ 35 h 35"/>
                <a:gd name="T12" fmla="*/ 0 w 27"/>
                <a:gd name="T13" fmla="*/ 23 h 35"/>
                <a:gd name="T14" fmla="*/ 4 w 27"/>
                <a:gd name="T15" fmla="*/ 23 h 35"/>
                <a:gd name="T16" fmla="*/ 14 w 27"/>
                <a:gd name="T17" fmla="*/ 32 h 35"/>
                <a:gd name="T18" fmla="*/ 23 w 27"/>
                <a:gd name="T19" fmla="*/ 25 h 35"/>
                <a:gd name="T20" fmla="*/ 12 w 27"/>
                <a:gd name="T21" fmla="*/ 19 h 35"/>
                <a:gd name="T22" fmla="*/ 1 w 27"/>
                <a:gd name="T23" fmla="*/ 10 h 35"/>
                <a:gd name="T24" fmla="*/ 13 w 27"/>
                <a:gd name="T25" fmla="*/ 0 h 35"/>
                <a:gd name="T26" fmla="*/ 26 w 27"/>
                <a:gd name="T27" fmla="*/ 11 h 35"/>
                <a:gd name="T28" fmla="*/ 22 w 27"/>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35">
                  <a:moveTo>
                    <a:pt x="22" y="11"/>
                  </a:moveTo>
                  <a:cubicBezTo>
                    <a:pt x="21" y="6"/>
                    <a:pt x="18" y="4"/>
                    <a:pt x="13" y="4"/>
                  </a:cubicBezTo>
                  <a:cubicBezTo>
                    <a:pt x="9" y="4"/>
                    <a:pt x="6" y="5"/>
                    <a:pt x="6" y="10"/>
                  </a:cubicBezTo>
                  <a:cubicBezTo>
                    <a:pt x="6" y="14"/>
                    <a:pt x="11" y="14"/>
                    <a:pt x="16" y="16"/>
                  </a:cubicBezTo>
                  <a:cubicBezTo>
                    <a:pt x="22" y="17"/>
                    <a:pt x="27" y="19"/>
                    <a:pt x="27" y="25"/>
                  </a:cubicBezTo>
                  <a:cubicBezTo>
                    <a:pt x="27" y="32"/>
                    <a:pt x="20" y="35"/>
                    <a:pt x="14" y="35"/>
                  </a:cubicBezTo>
                  <a:cubicBezTo>
                    <a:pt x="6" y="35"/>
                    <a:pt x="0" y="32"/>
                    <a:pt x="0" y="23"/>
                  </a:cubicBezTo>
                  <a:cubicBezTo>
                    <a:pt x="4" y="23"/>
                    <a:pt x="4" y="23"/>
                    <a:pt x="4" y="23"/>
                  </a:cubicBezTo>
                  <a:cubicBezTo>
                    <a:pt x="4" y="29"/>
                    <a:pt x="9" y="32"/>
                    <a:pt x="14" y="32"/>
                  </a:cubicBezTo>
                  <a:cubicBezTo>
                    <a:pt x="18" y="32"/>
                    <a:pt x="23" y="30"/>
                    <a:pt x="23" y="25"/>
                  </a:cubicBezTo>
                  <a:cubicBezTo>
                    <a:pt x="23" y="21"/>
                    <a:pt x="17" y="20"/>
                    <a:pt x="12" y="19"/>
                  </a:cubicBezTo>
                  <a:cubicBezTo>
                    <a:pt x="7" y="18"/>
                    <a:pt x="1" y="16"/>
                    <a:pt x="1" y="10"/>
                  </a:cubicBezTo>
                  <a:cubicBezTo>
                    <a:pt x="1" y="3"/>
                    <a:pt x="7" y="0"/>
                    <a:pt x="13" y="0"/>
                  </a:cubicBezTo>
                  <a:cubicBezTo>
                    <a:pt x="20" y="0"/>
                    <a:pt x="26" y="3"/>
                    <a:pt x="26" y="11"/>
                  </a:cubicBezTo>
                  <a:lnTo>
                    <a:pt x="2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22" name="Freeform 79"/>
            <p:cNvSpPr>
              <a:spLocks/>
            </p:cNvSpPr>
            <p:nvPr userDrawn="1"/>
          </p:nvSpPr>
          <p:spPr bwMode="auto">
            <a:xfrm>
              <a:off x="7372" y="579"/>
              <a:ext cx="22" cy="34"/>
            </a:xfrm>
            <a:custGeom>
              <a:avLst/>
              <a:gdLst>
                <a:gd name="T0" fmla="*/ 0 w 22"/>
                <a:gd name="T1" fmla="*/ 0 h 34"/>
                <a:gd name="T2" fmla="*/ 4 w 22"/>
                <a:gd name="T3" fmla="*/ 0 h 34"/>
                <a:gd name="T4" fmla="*/ 4 w 22"/>
                <a:gd name="T5" fmla="*/ 30 h 34"/>
                <a:gd name="T6" fmla="*/ 22 w 22"/>
                <a:gd name="T7" fmla="*/ 30 h 34"/>
                <a:gd name="T8" fmla="*/ 22 w 22"/>
                <a:gd name="T9" fmla="*/ 34 h 34"/>
                <a:gd name="T10" fmla="*/ 0 w 22"/>
                <a:gd name="T11" fmla="*/ 34 h 34"/>
                <a:gd name="T12" fmla="*/ 0 w 22"/>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2" h="34">
                  <a:moveTo>
                    <a:pt x="0" y="0"/>
                  </a:moveTo>
                  <a:lnTo>
                    <a:pt x="4" y="0"/>
                  </a:lnTo>
                  <a:lnTo>
                    <a:pt x="4" y="30"/>
                  </a:lnTo>
                  <a:lnTo>
                    <a:pt x="22" y="30"/>
                  </a:lnTo>
                  <a:lnTo>
                    <a:pt x="22" y="34"/>
                  </a:lnTo>
                  <a:lnTo>
                    <a:pt x="0" y="3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23" name="Freeform 80"/>
            <p:cNvSpPr>
              <a:spLocks/>
            </p:cNvSpPr>
            <p:nvPr userDrawn="1"/>
          </p:nvSpPr>
          <p:spPr bwMode="auto">
            <a:xfrm>
              <a:off x="7392" y="579"/>
              <a:ext cx="27" cy="34"/>
            </a:xfrm>
            <a:custGeom>
              <a:avLst/>
              <a:gdLst>
                <a:gd name="T0" fmla="*/ 11 w 27"/>
                <a:gd name="T1" fmla="*/ 4 h 34"/>
                <a:gd name="T2" fmla="*/ 0 w 27"/>
                <a:gd name="T3" fmla="*/ 4 h 34"/>
                <a:gd name="T4" fmla="*/ 0 w 27"/>
                <a:gd name="T5" fmla="*/ 0 h 34"/>
                <a:gd name="T6" fmla="*/ 27 w 27"/>
                <a:gd name="T7" fmla="*/ 0 h 34"/>
                <a:gd name="T8" fmla="*/ 27 w 27"/>
                <a:gd name="T9" fmla="*/ 4 h 34"/>
                <a:gd name="T10" fmla="*/ 16 w 27"/>
                <a:gd name="T11" fmla="*/ 4 h 34"/>
                <a:gd name="T12" fmla="*/ 16 w 27"/>
                <a:gd name="T13" fmla="*/ 34 h 34"/>
                <a:gd name="T14" fmla="*/ 11 w 27"/>
                <a:gd name="T15" fmla="*/ 34 h 34"/>
                <a:gd name="T16" fmla="*/ 11 w 27"/>
                <a:gd name="T17" fmla="*/ 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34">
                  <a:moveTo>
                    <a:pt x="11" y="4"/>
                  </a:moveTo>
                  <a:lnTo>
                    <a:pt x="0" y="4"/>
                  </a:lnTo>
                  <a:lnTo>
                    <a:pt x="0" y="0"/>
                  </a:lnTo>
                  <a:lnTo>
                    <a:pt x="27" y="0"/>
                  </a:lnTo>
                  <a:lnTo>
                    <a:pt x="27" y="4"/>
                  </a:lnTo>
                  <a:lnTo>
                    <a:pt x="16" y="4"/>
                  </a:lnTo>
                  <a:lnTo>
                    <a:pt x="16" y="34"/>
                  </a:lnTo>
                  <a:lnTo>
                    <a:pt x="11" y="34"/>
                  </a:lnTo>
                  <a:lnTo>
                    <a:pt x="1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24" name="Freeform 81"/>
            <p:cNvSpPr>
              <a:spLocks noEditPoints="1"/>
            </p:cNvSpPr>
            <p:nvPr userDrawn="1"/>
          </p:nvSpPr>
          <p:spPr bwMode="auto">
            <a:xfrm>
              <a:off x="7425" y="579"/>
              <a:ext cx="28" cy="34"/>
            </a:xfrm>
            <a:custGeom>
              <a:avLst/>
              <a:gdLst>
                <a:gd name="T0" fmla="*/ 0 w 28"/>
                <a:gd name="T1" fmla="*/ 0 h 34"/>
                <a:gd name="T2" fmla="*/ 12 w 28"/>
                <a:gd name="T3" fmla="*/ 0 h 34"/>
                <a:gd name="T4" fmla="*/ 28 w 28"/>
                <a:gd name="T5" fmla="*/ 16 h 34"/>
                <a:gd name="T6" fmla="*/ 12 w 28"/>
                <a:gd name="T7" fmla="*/ 34 h 34"/>
                <a:gd name="T8" fmla="*/ 0 w 28"/>
                <a:gd name="T9" fmla="*/ 34 h 34"/>
                <a:gd name="T10" fmla="*/ 0 w 28"/>
                <a:gd name="T11" fmla="*/ 0 h 34"/>
                <a:gd name="T12" fmla="*/ 5 w 28"/>
                <a:gd name="T13" fmla="*/ 30 h 34"/>
                <a:gd name="T14" fmla="*/ 12 w 28"/>
                <a:gd name="T15" fmla="*/ 30 h 34"/>
                <a:gd name="T16" fmla="*/ 24 w 28"/>
                <a:gd name="T17" fmla="*/ 16 h 34"/>
                <a:gd name="T18" fmla="*/ 12 w 28"/>
                <a:gd name="T19" fmla="*/ 4 h 34"/>
                <a:gd name="T20" fmla="*/ 5 w 28"/>
                <a:gd name="T21" fmla="*/ 4 h 34"/>
                <a:gd name="T22" fmla="*/ 5 w 28"/>
                <a:gd name="T23" fmla="*/ 3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 h="34">
                  <a:moveTo>
                    <a:pt x="0" y="0"/>
                  </a:moveTo>
                  <a:cubicBezTo>
                    <a:pt x="12" y="0"/>
                    <a:pt x="12" y="0"/>
                    <a:pt x="12" y="0"/>
                  </a:cubicBezTo>
                  <a:cubicBezTo>
                    <a:pt x="22" y="0"/>
                    <a:pt x="28" y="5"/>
                    <a:pt x="28" y="16"/>
                  </a:cubicBezTo>
                  <a:cubicBezTo>
                    <a:pt x="28" y="27"/>
                    <a:pt x="23" y="34"/>
                    <a:pt x="12" y="34"/>
                  </a:cubicBezTo>
                  <a:cubicBezTo>
                    <a:pt x="0" y="34"/>
                    <a:pt x="0" y="34"/>
                    <a:pt x="0" y="34"/>
                  </a:cubicBezTo>
                  <a:lnTo>
                    <a:pt x="0" y="0"/>
                  </a:lnTo>
                  <a:close/>
                  <a:moveTo>
                    <a:pt x="5" y="30"/>
                  </a:moveTo>
                  <a:cubicBezTo>
                    <a:pt x="12" y="30"/>
                    <a:pt x="12" y="30"/>
                    <a:pt x="12" y="30"/>
                  </a:cubicBezTo>
                  <a:cubicBezTo>
                    <a:pt x="15" y="30"/>
                    <a:pt x="24" y="29"/>
                    <a:pt x="24" y="16"/>
                  </a:cubicBezTo>
                  <a:cubicBezTo>
                    <a:pt x="24" y="8"/>
                    <a:pt x="21" y="4"/>
                    <a:pt x="12" y="4"/>
                  </a:cubicBezTo>
                  <a:cubicBezTo>
                    <a:pt x="5" y="4"/>
                    <a:pt x="5" y="4"/>
                    <a:pt x="5" y="4"/>
                  </a:cubicBezTo>
                  <a:lnTo>
                    <a:pt x="5"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26" name="Freeform 83"/>
            <p:cNvSpPr>
              <a:spLocks noEditPoints="1"/>
            </p:cNvSpPr>
            <p:nvPr userDrawn="1"/>
          </p:nvSpPr>
          <p:spPr bwMode="auto">
            <a:xfrm>
              <a:off x="7444" y="449"/>
              <a:ext cx="17" cy="18"/>
            </a:xfrm>
            <a:custGeom>
              <a:avLst/>
              <a:gdLst>
                <a:gd name="T0" fmla="*/ 8 w 17"/>
                <a:gd name="T1" fmla="*/ 0 h 17"/>
                <a:gd name="T2" fmla="*/ 17 w 17"/>
                <a:gd name="T3" fmla="*/ 8 h 17"/>
                <a:gd name="T4" fmla="*/ 8 w 17"/>
                <a:gd name="T5" fmla="*/ 17 h 17"/>
                <a:gd name="T6" fmla="*/ 0 w 17"/>
                <a:gd name="T7" fmla="*/ 8 h 17"/>
                <a:gd name="T8" fmla="*/ 8 w 17"/>
                <a:gd name="T9" fmla="*/ 0 h 17"/>
                <a:gd name="T10" fmla="*/ 8 w 17"/>
                <a:gd name="T11" fmla="*/ 16 h 17"/>
                <a:gd name="T12" fmla="*/ 15 w 17"/>
                <a:gd name="T13" fmla="*/ 8 h 17"/>
                <a:gd name="T14" fmla="*/ 8 w 17"/>
                <a:gd name="T15" fmla="*/ 1 h 17"/>
                <a:gd name="T16" fmla="*/ 1 w 17"/>
                <a:gd name="T17" fmla="*/ 8 h 17"/>
                <a:gd name="T18" fmla="*/ 8 w 17"/>
                <a:gd name="T19" fmla="*/ 16 h 17"/>
                <a:gd name="T20" fmla="*/ 5 w 17"/>
                <a:gd name="T21" fmla="*/ 3 h 17"/>
                <a:gd name="T22" fmla="*/ 9 w 17"/>
                <a:gd name="T23" fmla="*/ 3 h 17"/>
                <a:gd name="T24" fmla="*/ 12 w 17"/>
                <a:gd name="T25" fmla="*/ 6 h 17"/>
                <a:gd name="T26" fmla="*/ 10 w 17"/>
                <a:gd name="T27" fmla="*/ 9 h 17"/>
                <a:gd name="T28" fmla="*/ 13 w 17"/>
                <a:gd name="T29" fmla="*/ 13 h 17"/>
                <a:gd name="T30" fmla="*/ 11 w 17"/>
                <a:gd name="T31" fmla="*/ 13 h 17"/>
                <a:gd name="T32" fmla="*/ 8 w 17"/>
                <a:gd name="T33" fmla="*/ 9 h 17"/>
                <a:gd name="T34" fmla="*/ 7 w 17"/>
                <a:gd name="T35" fmla="*/ 9 h 17"/>
                <a:gd name="T36" fmla="*/ 7 w 17"/>
                <a:gd name="T37" fmla="*/ 13 h 17"/>
                <a:gd name="T38" fmla="*/ 5 w 17"/>
                <a:gd name="T39" fmla="*/ 13 h 17"/>
                <a:gd name="T40" fmla="*/ 5 w 17"/>
                <a:gd name="T41" fmla="*/ 3 h 17"/>
                <a:gd name="T42" fmla="*/ 7 w 17"/>
                <a:gd name="T43" fmla="*/ 8 h 17"/>
                <a:gd name="T44" fmla="*/ 8 w 17"/>
                <a:gd name="T45" fmla="*/ 8 h 17"/>
                <a:gd name="T46" fmla="*/ 11 w 17"/>
                <a:gd name="T47" fmla="*/ 6 h 17"/>
                <a:gd name="T48" fmla="*/ 9 w 17"/>
                <a:gd name="T49" fmla="*/ 4 h 17"/>
                <a:gd name="T50" fmla="*/ 7 w 17"/>
                <a:gd name="T51" fmla="*/ 4 h 17"/>
                <a:gd name="T52" fmla="*/ 7 w 17"/>
                <a:gd name="T53"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17">
                  <a:moveTo>
                    <a:pt x="8" y="0"/>
                  </a:moveTo>
                  <a:cubicBezTo>
                    <a:pt x="13" y="0"/>
                    <a:pt x="17" y="3"/>
                    <a:pt x="17" y="8"/>
                  </a:cubicBezTo>
                  <a:cubicBezTo>
                    <a:pt x="17" y="13"/>
                    <a:pt x="13" y="17"/>
                    <a:pt x="8" y="17"/>
                  </a:cubicBezTo>
                  <a:cubicBezTo>
                    <a:pt x="4" y="17"/>
                    <a:pt x="0" y="13"/>
                    <a:pt x="0" y="8"/>
                  </a:cubicBezTo>
                  <a:cubicBezTo>
                    <a:pt x="0" y="3"/>
                    <a:pt x="4" y="0"/>
                    <a:pt x="8" y="0"/>
                  </a:cubicBezTo>
                  <a:close/>
                  <a:moveTo>
                    <a:pt x="8" y="16"/>
                  </a:moveTo>
                  <a:cubicBezTo>
                    <a:pt x="12" y="16"/>
                    <a:pt x="15" y="12"/>
                    <a:pt x="15" y="8"/>
                  </a:cubicBezTo>
                  <a:cubicBezTo>
                    <a:pt x="15" y="4"/>
                    <a:pt x="12" y="1"/>
                    <a:pt x="8" y="1"/>
                  </a:cubicBezTo>
                  <a:cubicBezTo>
                    <a:pt x="4" y="1"/>
                    <a:pt x="1" y="4"/>
                    <a:pt x="1" y="8"/>
                  </a:cubicBezTo>
                  <a:cubicBezTo>
                    <a:pt x="1" y="12"/>
                    <a:pt x="4" y="16"/>
                    <a:pt x="8" y="16"/>
                  </a:cubicBezTo>
                  <a:close/>
                  <a:moveTo>
                    <a:pt x="5" y="3"/>
                  </a:moveTo>
                  <a:cubicBezTo>
                    <a:pt x="9" y="3"/>
                    <a:pt x="9" y="3"/>
                    <a:pt x="9" y="3"/>
                  </a:cubicBezTo>
                  <a:cubicBezTo>
                    <a:pt x="11" y="3"/>
                    <a:pt x="12" y="4"/>
                    <a:pt x="12" y="6"/>
                  </a:cubicBezTo>
                  <a:cubicBezTo>
                    <a:pt x="12" y="8"/>
                    <a:pt x="11" y="9"/>
                    <a:pt x="10" y="9"/>
                  </a:cubicBezTo>
                  <a:cubicBezTo>
                    <a:pt x="13" y="13"/>
                    <a:pt x="13" y="13"/>
                    <a:pt x="13" y="13"/>
                  </a:cubicBezTo>
                  <a:cubicBezTo>
                    <a:pt x="11" y="13"/>
                    <a:pt x="11" y="13"/>
                    <a:pt x="11" y="13"/>
                  </a:cubicBezTo>
                  <a:cubicBezTo>
                    <a:pt x="8" y="9"/>
                    <a:pt x="8" y="9"/>
                    <a:pt x="8" y="9"/>
                  </a:cubicBezTo>
                  <a:cubicBezTo>
                    <a:pt x="7" y="9"/>
                    <a:pt x="7" y="9"/>
                    <a:pt x="7" y="9"/>
                  </a:cubicBezTo>
                  <a:cubicBezTo>
                    <a:pt x="7" y="13"/>
                    <a:pt x="7" y="13"/>
                    <a:pt x="7" y="13"/>
                  </a:cubicBezTo>
                  <a:cubicBezTo>
                    <a:pt x="5" y="13"/>
                    <a:pt x="5" y="13"/>
                    <a:pt x="5" y="13"/>
                  </a:cubicBezTo>
                  <a:lnTo>
                    <a:pt x="5" y="3"/>
                  </a:lnTo>
                  <a:close/>
                  <a:moveTo>
                    <a:pt x="7" y="8"/>
                  </a:moveTo>
                  <a:cubicBezTo>
                    <a:pt x="8" y="8"/>
                    <a:pt x="8" y="8"/>
                    <a:pt x="8" y="8"/>
                  </a:cubicBezTo>
                  <a:cubicBezTo>
                    <a:pt x="10" y="8"/>
                    <a:pt x="11" y="8"/>
                    <a:pt x="11" y="6"/>
                  </a:cubicBezTo>
                  <a:cubicBezTo>
                    <a:pt x="11" y="5"/>
                    <a:pt x="10" y="4"/>
                    <a:pt x="9" y="4"/>
                  </a:cubicBezTo>
                  <a:cubicBezTo>
                    <a:pt x="7" y="4"/>
                    <a:pt x="7" y="4"/>
                    <a:pt x="7" y="4"/>
                  </a:cubicBez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8871122"/>
      </p:ext>
    </p:extLst>
  </p:cSld>
  <p:clrMap bg1="lt1" tx1="dk1" bg2="lt2" tx2="dk2" accent1="accent1" accent2="accent2" accent3="accent3" accent4="accent4" accent5="accent5" accent6="accent6" hlink="hlink" folHlink="folHlink"/>
  <p:sldLayoutIdLst>
    <p:sldLayoutId id="2147483850" r:id="rId1"/>
    <p:sldLayoutId id="2147483869" r:id="rId2"/>
    <p:sldLayoutId id="2147483826" r:id="rId3"/>
    <p:sldLayoutId id="2147483841" r:id="rId4"/>
    <p:sldLayoutId id="2147483842" r:id="rId5"/>
    <p:sldLayoutId id="2147483871" r:id="rId6"/>
    <p:sldLayoutId id="2147483856" r:id="rId7"/>
    <p:sldLayoutId id="2147483765" r:id="rId8"/>
    <p:sldLayoutId id="2147483764" r:id="rId9"/>
    <p:sldLayoutId id="2147483870" r:id="rId10"/>
  </p:sldLayoutIdLst>
  <p:transition>
    <p:fade/>
  </p:transition>
  <p:timing>
    <p:tnLst>
      <p:par>
        <p:cTn id="1" dur="indefinite" restart="never" nodeType="tmRoot"/>
      </p:par>
    </p:tnLst>
  </p:timing>
  <p:hf sldNum="0" hdr="0" ftr="0" dt="0"/>
  <p:txStyles>
    <p:titleStyle>
      <a:lvl1pPr algn="l" rtl="0" eaLnBrk="1" fontAlgn="base" hangingPunct="1">
        <a:lnSpc>
          <a:spcPct val="85000"/>
        </a:lnSpc>
        <a:spcBef>
          <a:spcPct val="0"/>
        </a:spcBef>
        <a:spcAft>
          <a:spcPct val="0"/>
        </a:spcAft>
        <a:defRPr sz="3400" b="1">
          <a:solidFill>
            <a:schemeClr val="accent1"/>
          </a:solidFill>
          <a:latin typeface="+mj-lt"/>
          <a:ea typeface="+mj-ea"/>
          <a:cs typeface="+mj-cs"/>
        </a:defRPr>
      </a:lvl1pPr>
      <a:lvl2pPr algn="l" rtl="0" eaLnBrk="1" fontAlgn="base" hangingPunct="1">
        <a:lnSpc>
          <a:spcPct val="85000"/>
        </a:lnSpc>
        <a:spcBef>
          <a:spcPct val="0"/>
        </a:spcBef>
        <a:spcAft>
          <a:spcPct val="0"/>
        </a:spcAft>
        <a:defRPr sz="3700" b="1">
          <a:solidFill>
            <a:srgbClr val="4E4E4E"/>
          </a:solidFill>
          <a:latin typeface="Helvetica" pitchFamily="34" charset="0"/>
        </a:defRPr>
      </a:lvl2pPr>
      <a:lvl3pPr algn="l" rtl="0" eaLnBrk="1" fontAlgn="base" hangingPunct="1">
        <a:lnSpc>
          <a:spcPct val="85000"/>
        </a:lnSpc>
        <a:spcBef>
          <a:spcPct val="0"/>
        </a:spcBef>
        <a:spcAft>
          <a:spcPct val="0"/>
        </a:spcAft>
        <a:defRPr sz="3700" b="1">
          <a:solidFill>
            <a:srgbClr val="4E4E4E"/>
          </a:solidFill>
          <a:latin typeface="Helvetica" pitchFamily="34" charset="0"/>
        </a:defRPr>
      </a:lvl3pPr>
      <a:lvl4pPr algn="l" rtl="0" eaLnBrk="1" fontAlgn="base" hangingPunct="1">
        <a:lnSpc>
          <a:spcPct val="85000"/>
        </a:lnSpc>
        <a:spcBef>
          <a:spcPct val="0"/>
        </a:spcBef>
        <a:spcAft>
          <a:spcPct val="0"/>
        </a:spcAft>
        <a:defRPr sz="3700" b="1">
          <a:solidFill>
            <a:srgbClr val="4E4E4E"/>
          </a:solidFill>
          <a:latin typeface="Helvetica" pitchFamily="34" charset="0"/>
        </a:defRPr>
      </a:lvl4pPr>
      <a:lvl5pPr algn="l" rtl="0" eaLnBrk="1" fontAlgn="base" hangingPunct="1">
        <a:lnSpc>
          <a:spcPct val="85000"/>
        </a:lnSpc>
        <a:spcBef>
          <a:spcPct val="0"/>
        </a:spcBef>
        <a:spcAft>
          <a:spcPct val="0"/>
        </a:spcAft>
        <a:defRPr sz="3700" b="1">
          <a:solidFill>
            <a:srgbClr val="4E4E4E"/>
          </a:solidFill>
          <a:latin typeface="Helvetica" pitchFamily="34" charset="0"/>
        </a:defRPr>
      </a:lvl5pPr>
      <a:lvl6pPr marL="609493" algn="l" rtl="0" eaLnBrk="1" fontAlgn="base" hangingPunct="1">
        <a:lnSpc>
          <a:spcPct val="85000"/>
        </a:lnSpc>
        <a:spcBef>
          <a:spcPct val="0"/>
        </a:spcBef>
        <a:spcAft>
          <a:spcPct val="0"/>
        </a:spcAft>
        <a:defRPr sz="3700" b="1">
          <a:solidFill>
            <a:srgbClr val="4E4E4E"/>
          </a:solidFill>
          <a:latin typeface="Helvetica" pitchFamily="34" charset="0"/>
        </a:defRPr>
      </a:lvl6pPr>
      <a:lvl7pPr marL="1218987" algn="l" rtl="0" eaLnBrk="1" fontAlgn="base" hangingPunct="1">
        <a:lnSpc>
          <a:spcPct val="85000"/>
        </a:lnSpc>
        <a:spcBef>
          <a:spcPct val="0"/>
        </a:spcBef>
        <a:spcAft>
          <a:spcPct val="0"/>
        </a:spcAft>
        <a:defRPr sz="3700" b="1">
          <a:solidFill>
            <a:srgbClr val="4E4E4E"/>
          </a:solidFill>
          <a:latin typeface="Helvetica" pitchFamily="34" charset="0"/>
        </a:defRPr>
      </a:lvl7pPr>
      <a:lvl8pPr marL="1828480" algn="l" rtl="0" eaLnBrk="1" fontAlgn="base" hangingPunct="1">
        <a:lnSpc>
          <a:spcPct val="85000"/>
        </a:lnSpc>
        <a:spcBef>
          <a:spcPct val="0"/>
        </a:spcBef>
        <a:spcAft>
          <a:spcPct val="0"/>
        </a:spcAft>
        <a:defRPr sz="3700" b="1">
          <a:solidFill>
            <a:srgbClr val="4E4E4E"/>
          </a:solidFill>
          <a:latin typeface="Helvetica" pitchFamily="34" charset="0"/>
        </a:defRPr>
      </a:lvl8pPr>
      <a:lvl9pPr marL="2437973" algn="l" rtl="0" eaLnBrk="1" fontAlgn="base" hangingPunct="1">
        <a:lnSpc>
          <a:spcPct val="85000"/>
        </a:lnSpc>
        <a:spcBef>
          <a:spcPct val="0"/>
        </a:spcBef>
        <a:spcAft>
          <a:spcPct val="0"/>
        </a:spcAft>
        <a:defRPr sz="3700" b="1">
          <a:solidFill>
            <a:srgbClr val="4E4E4E"/>
          </a:solidFill>
          <a:latin typeface="Helvetica" pitchFamily="34" charset="0"/>
        </a:defRPr>
      </a:lvl9pPr>
    </p:titleStyle>
    <p:bodyStyle>
      <a:lvl1pPr marL="228600" indent="-228600" algn="l" rtl="0" eaLnBrk="1" fontAlgn="base" hangingPunct="1">
        <a:lnSpc>
          <a:spcPct val="95000"/>
        </a:lnSpc>
        <a:spcBef>
          <a:spcPts val="1000"/>
        </a:spcBef>
        <a:spcAft>
          <a:spcPct val="0"/>
        </a:spcAft>
        <a:buClr>
          <a:schemeClr val="accent1"/>
        </a:buClr>
        <a:buSzPct val="85000"/>
        <a:buFont typeface="Calibri" panose="020F0502020204030204" pitchFamily="34" charset="0"/>
        <a:buChar char="•"/>
        <a:defRPr lang="en-US" sz="2800" dirty="0" smtClean="0">
          <a:solidFill>
            <a:schemeClr val="tx1"/>
          </a:solidFill>
          <a:latin typeface="+mn-lt"/>
          <a:ea typeface="+mn-ea"/>
          <a:cs typeface="Arial" pitchFamily="34" charset="0"/>
        </a:defRPr>
      </a:lvl1pPr>
      <a:lvl2pPr marL="576072" indent="-228600" algn="l" rtl="0" eaLnBrk="1" fontAlgn="base" hangingPunct="1">
        <a:lnSpc>
          <a:spcPct val="95000"/>
        </a:lnSpc>
        <a:spcBef>
          <a:spcPts val="800"/>
        </a:spcBef>
        <a:spcAft>
          <a:spcPct val="0"/>
        </a:spcAft>
        <a:buClr>
          <a:schemeClr val="accent1"/>
        </a:buClr>
        <a:buSzPct val="100000"/>
        <a:buFont typeface="Calibri" panose="020F0502020204030204" pitchFamily="34" charset="0"/>
        <a:buChar char="̶"/>
        <a:defRPr lang="en-US" sz="2400" dirty="0" smtClean="0">
          <a:solidFill>
            <a:schemeClr val="tx1"/>
          </a:solidFill>
          <a:latin typeface="+mn-lt"/>
        </a:defRPr>
      </a:lvl2pPr>
      <a:lvl3pPr marL="886968" indent="-228600" algn="l" rtl="0" eaLnBrk="1" fontAlgn="base" hangingPunct="1">
        <a:lnSpc>
          <a:spcPct val="95000"/>
        </a:lnSpc>
        <a:spcBef>
          <a:spcPts val="800"/>
        </a:spcBef>
        <a:spcAft>
          <a:spcPct val="0"/>
        </a:spcAft>
        <a:buClr>
          <a:schemeClr val="accent1"/>
        </a:buClr>
        <a:buSzPct val="100000"/>
        <a:buFont typeface="Calibri" panose="020F0502020204030204" pitchFamily="34" charset="0"/>
        <a:buChar char="̶"/>
        <a:defRPr lang="en-US" sz="2000" dirty="0" smtClean="0">
          <a:solidFill>
            <a:schemeClr val="tx1"/>
          </a:solidFill>
          <a:latin typeface="+mn-lt"/>
        </a:defRPr>
      </a:lvl3pPr>
      <a:lvl4pPr marL="1170432" indent="-228600" algn="l" rtl="0" eaLnBrk="1" fontAlgn="base" hangingPunct="1">
        <a:lnSpc>
          <a:spcPct val="90000"/>
        </a:lnSpc>
        <a:spcBef>
          <a:spcPts val="800"/>
        </a:spcBef>
        <a:spcAft>
          <a:spcPct val="0"/>
        </a:spcAft>
        <a:buClr>
          <a:schemeClr val="accent2"/>
        </a:buClr>
        <a:buSzPct val="100000"/>
        <a:buFont typeface="Arial" panose="020B0604020202020204" pitchFamily="34" charset="0"/>
        <a:buChar char="̶"/>
        <a:defRPr lang="en-US" sz="1800" dirty="0" smtClean="0">
          <a:solidFill>
            <a:schemeClr val="tx1"/>
          </a:solidFill>
          <a:latin typeface="+mn-lt"/>
        </a:defRPr>
      </a:lvl4pPr>
      <a:lvl5pPr marL="1463040" indent="-228600" algn="l" rtl="0" eaLnBrk="1" fontAlgn="base" hangingPunct="1">
        <a:lnSpc>
          <a:spcPct val="90000"/>
        </a:lnSpc>
        <a:spcBef>
          <a:spcPts val="800"/>
        </a:spcBef>
        <a:spcAft>
          <a:spcPct val="0"/>
        </a:spcAft>
        <a:buClr>
          <a:schemeClr val="accent2"/>
        </a:buClr>
        <a:buFont typeface="Arial" panose="020B0604020202020204" pitchFamily="34" charset="0"/>
        <a:buChar char="̶"/>
        <a:defRPr lang="en-US" sz="1600" baseline="0" dirty="0" smtClean="0">
          <a:solidFill>
            <a:schemeClr val="tx1"/>
          </a:solidFill>
          <a:latin typeface="+mn-lt"/>
        </a:defRPr>
      </a:lvl5pPr>
      <a:lvl6pPr marL="3352213" indent="-304747" algn="l" rtl="0" eaLnBrk="1" fontAlgn="base" hangingPunct="1">
        <a:spcBef>
          <a:spcPct val="20000"/>
        </a:spcBef>
        <a:spcAft>
          <a:spcPct val="0"/>
        </a:spcAft>
        <a:buClr>
          <a:schemeClr val="accent2"/>
        </a:buClr>
        <a:buChar char="»"/>
        <a:defRPr sz="2100">
          <a:solidFill>
            <a:schemeClr val="tx1"/>
          </a:solidFill>
          <a:latin typeface="+mn-lt"/>
        </a:defRPr>
      </a:lvl6pPr>
      <a:lvl7pPr marL="3961707" indent="-304747" algn="l" rtl="0" eaLnBrk="1" fontAlgn="base" hangingPunct="1">
        <a:spcBef>
          <a:spcPct val="20000"/>
        </a:spcBef>
        <a:spcAft>
          <a:spcPct val="0"/>
        </a:spcAft>
        <a:buClr>
          <a:schemeClr val="accent2"/>
        </a:buClr>
        <a:buChar char="»"/>
        <a:defRPr sz="2100">
          <a:solidFill>
            <a:schemeClr val="tx1"/>
          </a:solidFill>
          <a:latin typeface="+mn-lt"/>
        </a:defRPr>
      </a:lvl7pPr>
      <a:lvl8pPr marL="4571200" indent="-304747" algn="l" rtl="0" eaLnBrk="1" fontAlgn="base" hangingPunct="1">
        <a:spcBef>
          <a:spcPct val="20000"/>
        </a:spcBef>
        <a:spcAft>
          <a:spcPct val="0"/>
        </a:spcAft>
        <a:buClr>
          <a:schemeClr val="accent2"/>
        </a:buClr>
        <a:buChar char="»"/>
        <a:defRPr sz="2100">
          <a:solidFill>
            <a:schemeClr val="tx1"/>
          </a:solidFill>
          <a:latin typeface="+mn-lt"/>
        </a:defRPr>
      </a:lvl8pPr>
      <a:lvl9pPr marL="5180693" indent="-304747" algn="l" rtl="0" eaLnBrk="1" fontAlgn="base" hangingPunct="1">
        <a:spcBef>
          <a:spcPct val="20000"/>
        </a:spcBef>
        <a:spcAft>
          <a:spcPct val="0"/>
        </a:spcAft>
        <a:buClr>
          <a:schemeClr val="accent2"/>
        </a:buClr>
        <a:buChar char="»"/>
        <a:defRPr sz="2100">
          <a:solidFill>
            <a:schemeClr val="tx1"/>
          </a:solidFill>
          <a:latin typeface="+mn-lt"/>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hidden="1"/>
          <p:cNvSpPr>
            <a:spLocks noGrp="1"/>
          </p:cNvSpPr>
          <p:nvPr>
            <p:ph type="dt" sz="half" idx="2"/>
          </p:nvPr>
        </p:nvSpPr>
        <p:spPr/>
        <p:txBody>
          <a:bodyPr/>
          <a:lstStyle/>
          <a:p>
            <a:endParaRPr lang="en-US" dirty="0"/>
          </a:p>
        </p:txBody>
      </p:sp>
      <p:sp>
        <p:nvSpPr>
          <p:cNvPr id="6" name="Subtitle 5"/>
          <p:cNvSpPr>
            <a:spLocks noGrp="1"/>
          </p:cNvSpPr>
          <p:nvPr>
            <p:ph type="subTitle" idx="1"/>
          </p:nvPr>
        </p:nvSpPr>
        <p:spPr/>
        <p:txBody>
          <a:bodyPr/>
          <a:lstStyle/>
          <a:p>
            <a:r>
              <a:rPr lang="en-GB" dirty="0" smtClean="0"/>
              <a:t>Aatish Pattni, Head of Threat Prevention, NER</a:t>
            </a:r>
            <a:endParaRPr lang="en-US" dirty="0"/>
          </a:p>
        </p:txBody>
      </p:sp>
      <p:sp>
        <p:nvSpPr>
          <p:cNvPr id="5" name="Text Placeholder 4"/>
          <p:cNvSpPr>
            <a:spLocks noGrp="1"/>
          </p:cNvSpPr>
          <p:nvPr>
            <p:ph type="body" sz="quarter" idx="13"/>
          </p:nvPr>
        </p:nvSpPr>
        <p:spPr/>
        <p:txBody>
          <a:bodyPr/>
          <a:lstStyle/>
          <a:p>
            <a:r>
              <a:rPr lang="en-GB" dirty="0" smtClean="0"/>
              <a:t>Threat Overview</a:t>
            </a:r>
            <a:endParaRPr lang="en-US" dirty="0"/>
          </a:p>
        </p:txBody>
      </p:sp>
      <p:sp>
        <p:nvSpPr>
          <p:cNvPr id="7" name="Text Placeholder 6"/>
          <p:cNvSpPr>
            <a:spLocks noGrp="1"/>
          </p:cNvSpPr>
          <p:nvPr>
            <p:ph type="body" sz="quarter" idx="14"/>
          </p:nvPr>
        </p:nvSpPr>
        <p:spPr/>
        <p:txBody>
          <a:bodyPr/>
          <a:lstStyle/>
          <a:p>
            <a:r>
              <a:rPr lang="en-US" dirty="0" smtClean="0"/>
              <a:t>WANNACRY</a:t>
            </a:r>
            <a:endParaRPr lang="en-US" dirty="0"/>
          </a:p>
          <a:p>
            <a:endParaRPr lang="en-US" dirty="0"/>
          </a:p>
        </p:txBody>
      </p:sp>
      <p:sp>
        <p:nvSpPr>
          <p:cNvPr id="3" name="Footer Placeholder 2" hidden="1"/>
          <p:cNvSpPr>
            <a:spLocks noGrp="1"/>
          </p:cNvSpPr>
          <p:nvPr>
            <p:ph type="ftr" sz="quarter" idx="3"/>
          </p:nvPr>
        </p:nvSpPr>
        <p:spPr/>
        <p:txBody>
          <a:bodyPr/>
          <a:lstStyle/>
          <a:p>
            <a:r>
              <a:rPr lang="en-GB" smtClean="0"/>
              <a:t> [Internal Use] for Check Point employees​</a:t>
            </a:r>
            <a:endParaRPr lang="en-US"/>
          </a:p>
        </p:txBody>
      </p:sp>
    </p:spTree>
    <p:extLst>
      <p:ext uri="{BB962C8B-B14F-4D97-AF65-F5344CB8AC3E}">
        <p14:creationId xmlns:p14="http://schemas.microsoft.com/office/powerpoint/2010/main" val="1924400693"/>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hidden="1"/>
          <p:cNvSpPr>
            <a:spLocks noGrp="1"/>
          </p:cNvSpPr>
          <p:nvPr>
            <p:ph type="dt" sz="half" idx="11"/>
          </p:nvPr>
        </p:nvSpPr>
        <p:spPr/>
        <p:txBody>
          <a:bodyPr/>
          <a:lstStyle/>
          <a:p>
            <a:endParaRPr lang="en-US" dirty="0"/>
          </a:p>
        </p:txBody>
      </p:sp>
      <p:sp>
        <p:nvSpPr>
          <p:cNvPr id="20" name="Content Placeholder 19"/>
          <p:cNvSpPr>
            <a:spLocks noGrp="1"/>
          </p:cNvSpPr>
          <p:nvPr>
            <p:ph sz="quarter" idx="12"/>
          </p:nvPr>
        </p:nvSpPr>
        <p:spPr/>
        <p:txBody>
          <a:bodyPr/>
          <a:lstStyle/>
          <a:p>
            <a:pPr>
              <a:buSzPct val="85000"/>
            </a:pPr>
            <a:r>
              <a:rPr lang="en-US" dirty="0" smtClean="0">
                <a:solidFill>
                  <a:schemeClr val="tx2">
                    <a:lumMod val="75000"/>
                  </a:schemeClr>
                </a:solidFill>
              </a:rPr>
              <a:t>What is </a:t>
            </a:r>
            <a:r>
              <a:rPr lang="en-US" dirty="0" err="1" smtClean="0">
                <a:solidFill>
                  <a:schemeClr val="tx2">
                    <a:lumMod val="75000"/>
                  </a:schemeClr>
                </a:solidFill>
              </a:rPr>
              <a:t>WannaCry</a:t>
            </a:r>
            <a:endParaRPr lang="en-US" dirty="0">
              <a:solidFill>
                <a:schemeClr val="tx2">
                  <a:lumMod val="75000"/>
                </a:schemeClr>
              </a:solidFill>
            </a:endParaRPr>
          </a:p>
          <a:p>
            <a:pPr>
              <a:buSzPct val="85000"/>
            </a:pPr>
            <a:r>
              <a:rPr lang="en-US" dirty="0" smtClean="0">
                <a:solidFill>
                  <a:schemeClr val="tx2">
                    <a:lumMod val="75000"/>
                  </a:schemeClr>
                </a:solidFill>
              </a:rPr>
              <a:t>What is the impact that customers face</a:t>
            </a:r>
          </a:p>
          <a:p>
            <a:pPr>
              <a:buSzPct val="85000"/>
            </a:pPr>
            <a:r>
              <a:rPr lang="en-US" dirty="0" smtClean="0">
                <a:solidFill>
                  <a:schemeClr val="tx2">
                    <a:lumMod val="75000"/>
                  </a:schemeClr>
                </a:solidFill>
              </a:rPr>
              <a:t>Why did it spread</a:t>
            </a:r>
            <a:endParaRPr lang="en-US" dirty="0">
              <a:solidFill>
                <a:schemeClr val="tx2">
                  <a:lumMod val="75000"/>
                </a:schemeClr>
              </a:solidFill>
            </a:endParaRPr>
          </a:p>
          <a:p>
            <a:pPr>
              <a:buSzPct val="85000"/>
            </a:pPr>
            <a:r>
              <a:rPr lang="en-US" dirty="0" smtClean="0">
                <a:solidFill>
                  <a:schemeClr val="tx2">
                    <a:lumMod val="75000"/>
                  </a:schemeClr>
                </a:solidFill>
              </a:rPr>
              <a:t>Check Point &amp; </a:t>
            </a:r>
            <a:r>
              <a:rPr lang="en-US" dirty="0" err="1" smtClean="0">
                <a:solidFill>
                  <a:schemeClr val="tx2">
                    <a:lumMod val="75000"/>
                  </a:schemeClr>
                </a:solidFill>
              </a:rPr>
              <a:t>WannaCry</a:t>
            </a:r>
            <a:endParaRPr lang="en-US" dirty="0" smtClean="0">
              <a:solidFill>
                <a:schemeClr val="tx2">
                  <a:lumMod val="75000"/>
                </a:schemeClr>
              </a:solidFill>
            </a:endParaRPr>
          </a:p>
          <a:p>
            <a:pPr>
              <a:buSzPct val="85000"/>
            </a:pPr>
            <a:r>
              <a:rPr lang="en-GB" dirty="0" smtClean="0">
                <a:solidFill>
                  <a:schemeClr val="tx2">
                    <a:lumMod val="75000"/>
                  </a:schemeClr>
                </a:solidFill>
              </a:rPr>
              <a:t>Best Practices</a:t>
            </a:r>
          </a:p>
          <a:p>
            <a:pPr>
              <a:buSzPct val="85000"/>
            </a:pPr>
            <a:r>
              <a:rPr lang="en-GB" dirty="0" smtClean="0"/>
              <a:t>What’s Next</a:t>
            </a:r>
            <a:endParaRPr lang="en-US" dirty="0">
              <a:solidFill>
                <a:schemeClr val="tx2">
                  <a:lumMod val="75000"/>
                </a:schemeClr>
              </a:solidFill>
            </a:endParaRPr>
          </a:p>
          <a:p>
            <a:endParaRPr lang="en-US" dirty="0">
              <a:solidFill>
                <a:schemeClr val="bg2">
                  <a:lumMod val="50000"/>
                </a:schemeClr>
              </a:solidFill>
            </a:endParaRPr>
          </a:p>
        </p:txBody>
      </p:sp>
      <p:sp>
        <p:nvSpPr>
          <p:cNvPr id="19" name="Title 18"/>
          <p:cNvSpPr>
            <a:spLocks noGrp="1"/>
          </p:cNvSpPr>
          <p:nvPr>
            <p:ph type="title"/>
          </p:nvPr>
        </p:nvSpPr>
        <p:spPr/>
        <p:txBody>
          <a:bodyPr/>
          <a:lstStyle/>
          <a:p>
            <a:r>
              <a:rPr lang="en-US" dirty="0" smtClean="0"/>
              <a:t>Agenda</a:t>
            </a:r>
            <a:endParaRPr lang="en-US" dirty="0"/>
          </a:p>
        </p:txBody>
      </p:sp>
      <p:sp>
        <p:nvSpPr>
          <p:cNvPr id="2" name="Footer Placeholder 1" hidden="1"/>
          <p:cNvSpPr>
            <a:spLocks noGrp="1"/>
          </p:cNvSpPr>
          <p:nvPr>
            <p:ph type="ftr" sz="quarter" idx="10"/>
          </p:nvPr>
        </p:nvSpPr>
        <p:spPr/>
        <p:txBody>
          <a:bodyPr/>
          <a:lstStyle/>
          <a:p>
            <a:r>
              <a:rPr lang="en-GB" smtClean="0"/>
              <a:t> [Internal Use] for Check Point employees​</a:t>
            </a:r>
            <a:endParaRPr lang="en-US"/>
          </a:p>
        </p:txBody>
      </p:sp>
    </p:spTree>
    <p:extLst>
      <p:ext uri="{BB962C8B-B14F-4D97-AF65-F5344CB8AC3E}">
        <p14:creationId xmlns:p14="http://schemas.microsoft.com/office/powerpoint/2010/main" val="4061216883"/>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hidden="1"/>
          <p:cNvSpPr>
            <a:spLocks noGrp="1"/>
          </p:cNvSpPr>
          <p:nvPr>
            <p:ph type="dt" sz="quarter" idx="12"/>
          </p:nvPr>
        </p:nvSpPr>
        <p:spPr/>
        <p:txBody>
          <a:bodyPr/>
          <a:lstStyle/>
          <a:p>
            <a:endParaRPr lang="en-US" dirty="0"/>
          </a:p>
        </p:txBody>
      </p:sp>
      <p:sp>
        <p:nvSpPr>
          <p:cNvPr id="72" name="Content Placeholder 71"/>
          <p:cNvSpPr>
            <a:spLocks noGrp="1"/>
          </p:cNvSpPr>
          <p:nvPr>
            <p:ph sz="quarter" idx="11"/>
          </p:nvPr>
        </p:nvSpPr>
        <p:spPr/>
        <p:txBody>
          <a:bodyPr/>
          <a:lstStyle/>
          <a:p>
            <a:r>
              <a:rPr lang="en-US" dirty="0"/>
              <a:t>On May 12, 2017 the Check Point Incident Response Team started tracking a wide spread outbreak of the WannaCryptor ransomware. </a:t>
            </a:r>
            <a:endParaRPr lang="en-US" dirty="0" smtClean="0"/>
          </a:p>
          <a:p>
            <a:pPr marL="0" indent="0">
              <a:buNone/>
            </a:pPr>
            <a:endParaRPr lang="en-US" dirty="0"/>
          </a:p>
          <a:p>
            <a:r>
              <a:rPr lang="en-US" dirty="0"/>
              <a:t>The attack originated in Asia targeting a known vulnerability in the Windows XP and Windows Server 2003 operating systems.  </a:t>
            </a:r>
          </a:p>
          <a:p>
            <a:endParaRPr lang="en-US" dirty="0" smtClean="0"/>
          </a:p>
          <a:p>
            <a:r>
              <a:rPr lang="en-US" dirty="0" smtClean="0"/>
              <a:t>Given </a:t>
            </a:r>
            <a:r>
              <a:rPr lang="en-US" dirty="0"/>
              <a:t>the wide footprint of these legacy operating systems within its estate the NHS was particularly hard hit by the ransomware.  The attack has spread across large and small organisations across industries in over 100 countries WW.  </a:t>
            </a:r>
          </a:p>
          <a:p>
            <a:pPr marL="0" indent="0">
              <a:buNone/>
            </a:pPr>
            <a:endParaRPr lang="en-US" dirty="0"/>
          </a:p>
        </p:txBody>
      </p:sp>
      <p:sp>
        <p:nvSpPr>
          <p:cNvPr id="71" name="Title 70"/>
          <p:cNvSpPr>
            <a:spLocks noGrp="1"/>
          </p:cNvSpPr>
          <p:nvPr>
            <p:ph type="title"/>
          </p:nvPr>
        </p:nvSpPr>
        <p:spPr/>
        <p:txBody>
          <a:bodyPr/>
          <a:lstStyle/>
          <a:p>
            <a:r>
              <a:rPr lang="en-US" dirty="0" smtClean="0"/>
              <a:t>WHAT IS WANNACRY</a:t>
            </a:r>
            <a:endParaRPr lang="en-US" dirty="0"/>
          </a:p>
        </p:txBody>
      </p:sp>
      <p:sp>
        <p:nvSpPr>
          <p:cNvPr id="3" name="Footer Placeholder 2" hidden="1"/>
          <p:cNvSpPr>
            <a:spLocks noGrp="1"/>
          </p:cNvSpPr>
          <p:nvPr>
            <p:ph type="ftr" sz="quarter" idx="10"/>
          </p:nvPr>
        </p:nvSpPr>
        <p:spPr/>
        <p:txBody>
          <a:bodyPr/>
          <a:lstStyle/>
          <a:p>
            <a:r>
              <a:rPr lang="en-GB" smtClean="0"/>
              <a:t> [Internal Use] for Check Point employees​</a:t>
            </a:r>
            <a:endParaRPr lang="en-US"/>
          </a:p>
        </p:txBody>
      </p:sp>
    </p:spTree>
    <p:extLst>
      <p:ext uri="{BB962C8B-B14F-4D97-AF65-F5344CB8AC3E}">
        <p14:creationId xmlns:p14="http://schemas.microsoft.com/office/powerpoint/2010/main" val="17549578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hidden="1"/>
          <p:cNvSpPr>
            <a:spLocks noGrp="1"/>
          </p:cNvSpPr>
          <p:nvPr>
            <p:ph type="ftr" sz="quarter" idx="10"/>
          </p:nvPr>
        </p:nvSpPr>
        <p:spPr/>
        <p:txBody>
          <a:bodyPr/>
          <a:lstStyle/>
          <a:p>
            <a:r>
              <a:rPr lang="en-GB" smtClean="0"/>
              <a:t> [Internal Use] for Check Point employees​</a:t>
            </a:r>
            <a:endParaRPr lang="en-US" dirty="0"/>
          </a:p>
        </p:txBody>
      </p:sp>
      <p:sp>
        <p:nvSpPr>
          <p:cNvPr id="3" name="Content Placeholder 2"/>
          <p:cNvSpPr>
            <a:spLocks noGrp="1"/>
          </p:cNvSpPr>
          <p:nvPr>
            <p:ph sz="quarter" idx="11"/>
          </p:nvPr>
        </p:nvSpPr>
        <p:spPr/>
        <p:txBody>
          <a:bodyPr/>
          <a:lstStyle/>
          <a:p>
            <a:r>
              <a:rPr lang="en-GB" dirty="0" err="1" smtClean="0"/>
              <a:t>WannaCry</a:t>
            </a:r>
            <a:r>
              <a:rPr lang="en-GB" dirty="0" smtClean="0"/>
              <a:t> is actually an inferior ransomware compared to it’s competition: </a:t>
            </a:r>
            <a:r>
              <a:rPr lang="en-GB" dirty="0" err="1" smtClean="0"/>
              <a:t>Locky</a:t>
            </a:r>
            <a:r>
              <a:rPr lang="en-GB" dirty="0" smtClean="0"/>
              <a:t>, </a:t>
            </a:r>
            <a:r>
              <a:rPr lang="en-GB" dirty="0" err="1" smtClean="0"/>
              <a:t>CryptoLocker</a:t>
            </a:r>
            <a:r>
              <a:rPr lang="en-GB" dirty="0" smtClean="0"/>
              <a:t>, </a:t>
            </a:r>
            <a:r>
              <a:rPr lang="en-GB" dirty="0" err="1" smtClean="0"/>
              <a:t>GoldenEye</a:t>
            </a:r>
            <a:r>
              <a:rPr lang="en-GB" dirty="0" smtClean="0"/>
              <a:t>, </a:t>
            </a:r>
            <a:r>
              <a:rPr lang="en-GB" dirty="0" err="1" smtClean="0"/>
              <a:t>Cerber</a:t>
            </a:r>
            <a:r>
              <a:rPr lang="en-GB" dirty="0" smtClean="0"/>
              <a:t> </a:t>
            </a:r>
            <a:r>
              <a:rPr lang="en-GB" dirty="0" err="1" smtClean="0"/>
              <a:t>etc</a:t>
            </a:r>
            <a:endParaRPr lang="en-GB" dirty="0" smtClean="0"/>
          </a:p>
          <a:p>
            <a:pPr lvl="1"/>
            <a:r>
              <a:rPr lang="en-GB" dirty="0" smtClean="0"/>
              <a:t>Poor look and feel</a:t>
            </a:r>
          </a:p>
          <a:p>
            <a:pPr lvl="1"/>
            <a:r>
              <a:rPr lang="en-GB" dirty="0" smtClean="0"/>
              <a:t>No multi-lingual support</a:t>
            </a:r>
          </a:p>
          <a:p>
            <a:pPr lvl="1"/>
            <a:r>
              <a:rPr lang="en-GB" dirty="0" smtClean="0"/>
              <a:t>No customer support</a:t>
            </a:r>
          </a:p>
          <a:p>
            <a:pPr lvl="1"/>
            <a:r>
              <a:rPr lang="en-GB" dirty="0" smtClean="0"/>
              <a:t>No way to trace payments</a:t>
            </a:r>
            <a:endParaRPr lang="en-US" dirty="0"/>
          </a:p>
        </p:txBody>
      </p:sp>
      <p:sp>
        <p:nvSpPr>
          <p:cNvPr id="4" name="Title 3"/>
          <p:cNvSpPr>
            <a:spLocks noGrp="1"/>
          </p:cNvSpPr>
          <p:nvPr>
            <p:ph type="title"/>
          </p:nvPr>
        </p:nvSpPr>
        <p:spPr/>
        <p:txBody>
          <a:bodyPr/>
          <a:lstStyle/>
          <a:p>
            <a:r>
              <a:rPr lang="en-GB" dirty="0" smtClean="0"/>
              <a:t>HOW DOES IT FAIR AGAINST ITS COMPETITION?</a:t>
            </a:r>
            <a:endParaRPr lang="en-US" dirty="0"/>
          </a:p>
        </p:txBody>
      </p:sp>
      <p:sp>
        <p:nvSpPr>
          <p:cNvPr id="5" name="TextBox 4"/>
          <p:cNvSpPr txBox="1"/>
          <p:nvPr/>
        </p:nvSpPr>
        <p:spPr bwMode="auto">
          <a:xfrm>
            <a:off x="3093720" y="5118856"/>
            <a:ext cx="6139309" cy="646331"/>
          </a:xfrm>
          <a:prstGeom prst="rect">
            <a:avLst/>
          </a:prstGeom>
          <a:noFill/>
          <a:ln>
            <a:noFill/>
          </a:ln>
          <a:effectLst/>
          <a:extLst/>
        </p:spPr>
        <p:txBody>
          <a:bodyPr vert="horz" wrap="none" lIns="91440" tIns="45720" rIns="91440" bIns="45720" numCol="1" rtlCol="0" anchor="ctr" anchorCtr="0" compatLnSpc="1">
            <a:prstTxWarp prst="textNoShape">
              <a:avLst/>
            </a:prstTxWarp>
            <a:spAutoFit/>
          </a:bodyPr>
          <a:lstStyle/>
          <a:p>
            <a:pPr>
              <a:spcBef>
                <a:spcPts val="0"/>
              </a:spcBef>
            </a:pPr>
            <a:r>
              <a:rPr lang="en-GB" sz="3600" b="1" dirty="0" smtClean="0">
                <a:solidFill>
                  <a:schemeClr val="bg2">
                    <a:lumMod val="50000"/>
                  </a:schemeClr>
                </a:solidFill>
                <a:effectLst>
                  <a:outerShdw blurRad="38100" dist="38100" dir="2700000" algn="tl">
                    <a:srgbClr val="000000">
                      <a:alpha val="43137"/>
                    </a:srgbClr>
                  </a:outerShdw>
                </a:effectLst>
                <a:latin typeface="+mn-lt"/>
              </a:rPr>
              <a:t>SO WHY WAS IT SO EFFECTIVE?</a:t>
            </a:r>
            <a:endParaRPr lang="en-US" sz="3600" b="1" dirty="0" err="1" smtClean="0">
              <a:solidFill>
                <a:schemeClr val="bg2">
                  <a:lumMod val="50000"/>
                </a:schemeClr>
              </a:solidFill>
              <a:effectLst>
                <a:outerShdw blurRad="38100" dist="38100" dir="2700000" algn="tl">
                  <a:srgbClr val="000000">
                    <a:alpha val="43137"/>
                  </a:srgbClr>
                </a:outerShdw>
              </a:effectLst>
              <a:latin typeface="+mn-lt"/>
            </a:endParaRPr>
          </a:p>
        </p:txBody>
      </p:sp>
      <p:sp>
        <p:nvSpPr>
          <p:cNvPr id="6" name="Date Placeholder 5"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1044109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hidden="1"/>
          <p:cNvSpPr>
            <a:spLocks noGrp="1"/>
          </p:cNvSpPr>
          <p:nvPr>
            <p:ph type="ftr" sz="quarter" idx="10"/>
          </p:nvPr>
        </p:nvSpPr>
        <p:spPr/>
        <p:txBody>
          <a:bodyPr/>
          <a:lstStyle/>
          <a:p>
            <a:r>
              <a:rPr lang="en-GB" smtClean="0"/>
              <a:t> [Internal Use] for Check Point employees​</a:t>
            </a:r>
            <a:endParaRPr lang="en-US" dirty="0"/>
          </a:p>
        </p:txBody>
      </p:sp>
      <p:sp>
        <p:nvSpPr>
          <p:cNvPr id="3" name="Content Placeholder 2"/>
          <p:cNvSpPr>
            <a:spLocks noGrp="1"/>
          </p:cNvSpPr>
          <p:nvPr>
            <p:ph sz="quarter" idx="11"/>
          </p:nvPr>
        </p:nvSpPr>
        <p:spPr/>
        <p:txBody>
          <a:bodyPr/>
          <a:lstStyle/>
          <a:p>
            <a:r>
              <a:rPr lang="en-GB" dirty="0" smtClean="0"/>
              <a:t>In Feb 17 a group called Shadow Brokers leaked a vulnerability in the Windows Server Message Block (SMB) protocol as part of a toolkit that is believed to be created by the NSA</a:t>
            </a:r>
          </a:p>
          <a:p>
            <a:endParaRPr lang="en-GB" dirty="0"/>
          </a:p>
          <a:p>
            <a:r>
              <a:rPr lang="en-GB" dirty="0" smtClean="0"/>
              <a:t>In Mar 17 Microsoft issued an urgent security patch for this vulnerability</a:t>
            </a:r>
          </a:p>
          <a:p>
            <a:endParaRPr lang="en-GB" dirty="0"/>
          </a:p>
          <a:p>
            <a:r>
              <a:rPr lang="en-GB" dirty="0" smtClean="0"/>
              <a:t>Windows XP and Server 2003 are legacy systems they did not automatically update with the patch. Many organisations still run these in parts of their network (The NHS for example).</a:t>
            </a:r>
            <a:endParaRPr lang="en-US" dirty="0"/>
          </a:p>
        </p:txBody>
      </p:sp>
      <p:sp>
        <p:nvSpPr>
          <p:cNvPr id="4" name="Title 3"/>
          <p:cNvSpPr>
            <a:spLocks noGrp="1"/>
          </p:cNvSpPr>
          <p:nvPr>
            <p:ph type="title"/>
          </p:nvPr>
        </p:nvSpPr>
        <p:spPr/>
        <p:txBody>
          <a:bodyPr/>
          <a:lstStyle/>
          <a:p>
            <a:r>
              <a:rPr lang="en-GB" dirty="0" smtClean="0"/>
              <a:t>IT EXPLOITED VULNERABILITIES</a:t>
            </a:r>
            <a:endParaRPr lang="en-US" dirty="0"/>
          </a:p>
        </p:txBody>
      </p:sp>
      <p:sp>
        <p:nvSpPr>
          <p:cNvPr id="5" name="Date Placeholder 4"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19811444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hidden="1"/>
          <p:cNvSpPr>
            <a:spLocks noGrp="1"/>
          </p:cNvSpPr>
          <p:nvPr>
            <p:ph type="dt" sz="quarter" idx="12"/>
          </p:nvPr>
        </p:nvSpPr>
        <p:spPr/>
        <p:txBody>
          <a:bodyPr/>
          <a:lstStyle/>
          <a:p>
            <a:endParaRPr lang="en-US" dirty="0"/>
          </a:p>
        </p:txBody>
      </p:sp>
      <p:sp>
        <p:nvSpPr>
          <p:cNvPr id="72" name="Content Placeholder 71"/>
          <p:cNvSpPr>
            <a:spLocks noGrp="1"/>
          </p:cNvSpPr>
          <p:nvPr>
            <p:ph sz="quarter" idx="11"/>
          </p:nvPr>
        </p:nvSpPr>
        <p:spPr>
          <a:xfrm>
            <a:off x="583074" y="1457960"/>
            <a:ext cx="11000914" cy="5098288"/>
          </a:xfrm>
        </p:spPr>
        <p:txBody>
          <a:bodyPr/>
          <a:lstStyle/>
          <a:p>
            <a:r>
              <a:rPr lang="en-GB" dirty="0" smtClean="0"/>
              <a:t>Server Message Block is a networking protocol that is used to allow machines within the same Windows network to communicate directly. E.g. A Laptop and Servers.</a:t>
            </a:r>
          </a:p>
          <a:p>
            <a:endParaRPr lang="en-GB" dirty="0"/>
          </a:p>
          <a:p>
            <a:r>
              <a:rPr lang="en-GB" dirty="0" smtClean="0"/>
              <a:t>Compromising SMB allowed the threat actor to spread </a:t>
            </a:r>
            <a:r>
              <a:rPr lang="en-GB" dirty="0" err="1" smtClean="0"/>
              <a:t>WannaCry</a:t>
            </a:r>
            <a:r>
              <a:rPr lang="en-GB" dirty="0" smtClean="0"/>
              <a:t> directly from the initially infected machine to multiple machines within a network (including Servers).</a:t>
            </a:r>
          </a:p>
          <a:p>
            <a:endParaRPr lang="en-GB" dirty="0"/>
          </a:p>
          <a:p>
            <a:pPr marL="0" indent="0" algn="ctr">
              <a:buNone/>
            </a:pPr>
            <a:r>
              <a:rPr lang="en-GB" b="1" dirty="0" smtClean="0">
                <a:effectLst>
                  <a:outerShdw blurRad="38100" dist="38100" dir="2700000" algn="tl">
                    <a:srgbClr val="000000">
                      <a:alpha val="43137"/>
                    </a:srgbClr>
                  </a:outerShdw>
                </a:effectLst>
              </a:rPr>
              <a:t>This resulted in immediately crippled networks by taking down end points, file shares, critical servers and the applications running on them</a:t>
            </a:r>
            <a:endParaRPr lang="en-US" b="1" dirty="0">
              <a:effectLst>
                <a:outerShdw blurRad="38100" dist="38100" dir="2700000" algn="tl">
                  <a:srgbClr val="000000">
                    <a:alpha val="43137"/>
                  </a:srgbClr>
                </a:outerShdw>
              </a:effectLst>
            </a:endParaRPr>
          </a:p>
        </p:txBody>
      </p:sp>
      <p:sp>
        <p:nvSpPr>
          <p:cNvPr id="71" name="Title 70"/>
          <p:cNvSpPr>
            <a:spLocks noGrp="1"/>
          </p:cNvSpPr>
          <p:nvPr>
            <p:ph type="title"/>
          </p:nvPr>
        </p:nvSpPr>
        <p:spPr/>
        <p:txBody>
          <a:bodyPr/>
          <a:lstStyle/>
          <a:p>
            <a:r>
              <a:rPr lang="en-US" dirty="0" smtClean="0"/>
              <a:t>WHAT IS SMB AND WHY DOES IT MATTER?</a:t>
            </a:r>
            <a:endParaRPr lang="en-US" dirty="0"/>
          </a:p>
        </p:txBody>
      </p:sp>
      <p:sp>
        <p:nvSpPr>
          <p:cNvPr id="3" name="Footer Placeholder 2" hidden="1"/>
          <p:cNvSpPr>
            <a:spLocks noGrp="1"/>
          </p:cNvSpPr>
          <p:nvPr>
            <p:ph type="ftr" sz="quarter" idx="10"/>
          </p:nvPr>
        </p:nvSpPr>
        <p:spPr/>
        <p:txBody>
          <a:bodyPr/>
          <a:lstStyle/>
          <a:p>
            <a:r>
              <a:rPr lang="en-GB" smtClean="0"/>
              <a:t> [Internal Use] for Check Point employees​</a:t>
            </a:r>
            <a:endParaRPr lang="en-US"/>
          </a:p>
        </p:txBody>
      </p:sp>
    </p:spTree>
    <p:extLst>
      <p:ext uri="{BB962C8B-B14F-4D97-AF65-F5344CB8AC3E}">
        <p14:creationId xmlns:p14="http://schemas.microsoft.com/office/powerpoint/2010/main" val="265390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hidden="1"/>
          <p:cNvSpPr>
            <a:spLocks noGrp="1"/>
          </p:cNvSpPr>
          <p:nvPr>
            <p:ph type="ftr" sz="quarter" idx="10"/>
          </p:nvPr>
        </p:nvSpPr>
        <p:spPr/>
        <p:txBody>
          <a:bodyPr/>
          <a:lstStyle/>
          <a:p>
            <a:r>
              <a:rPr lang="en-GB" smtClean="0"/>
              <a:t> [Internal Use] for Check Point employees​</a:t>
            </a:r>
            <a:endParaRPr lang="en-US" dirty="0"/>
          </a:p>
        </p:txBody>
      </p:sp>
      <p:sp>
        <p:nvSpPr>
          <p:cNvPr id="3" name="Content Placeholder 2"/>
          <p:cNvSpPr>
            <a:spLocks noGrp="1"/>
          </p:cNvSpPr>
          <p:nvPr>
            <p:ph sz="quarter" idx="11"/>
          </p:nvPr>
        </p:nvSpPr>
        <p:spPr/>
        <p:txBody>
          <a:bodyPr/>
          <a:lstStyle/>
          <a:p>
            <a:pPr marL="514350" lvl="0" indent="-514350">
              <a:spcBef>
                <a:spcPts val="1200"/>
              </a:spcBef>
              <a:spcAft>
                <a:spcPts val="1200"/>
              </a:spcAft>
              <a:buFont typeface="+mj-lt"/>
              <a:buAutoNum type="arabicPeriod"/>
            </a:pPr>
            <a:r>
              <a:rPr lang="en-US" dirty="0"/>
              <a:t>WannaCryptor – Direct infection utilizing SMB as </a:t>
            </a:r>
            <a:r>
              <a:rPr lang="en-US" dirty="0" smtClean="0"/>
              <a:t>the delivery method</a:t>
            </a:r>
          </a:p>
          <a:p>
            <a:pPr marL="514350" lvl="0" indent="-514350">
              <a:spcBef>
                <a:spcPts val="1200"/>
              </a:spcBef>
              <a:spcAft>
                <a:spcPts val="1200"/>
              </a:spcAft>
              <a:buFont typeface="+mj-lt"/>
              <a:buAutoNum type="arabicPeriod"/>
            </a:pPr>
            <a:r>
              <a:rPr lang="en-US" dirty="0" smtClean="0"/>
              <a:t>Hostile </a:t>
            </a:r>
            <a:r>
              <a:rPr lang="en-US" dirty="0"/>
              <a:t>links within an email</a:t>
            </a:r>
          </a:p>
          <a:p>
            <a:pPr marL="514350" lvl="0" indent="-514350">
              <a:spcBef>
                <a:spcPts val="1200"/>
              </a:spcBef>
              <a:spcAft>
                <a:spcPts val="1200"/>
              </a:spcAft>
              <a:buFont typeface="+mj-lt"/>
              <a:buAutoNum type="arabicPeriod"/>
            </a:pPr>
            <a:r>
              <a:rPr lang="en-US" dirty="0" smtClean="0"/>
              <a:t>Hostile </a:t>
            </a:r>
            <a:r>
              <a:rPr lang="en-US" dirty="0"/>
              <a:t>attachments that contain a hostile link within a PDF</a:t>
            </a:r>
          </a:p>
          <a:p>
            <a:pPr marL="514350" lvl="0" indent="-514350">
              <a:spcBef>
                <a:spcPts val="1200"/>
              </a:spcBef>
              <a:spcAft>
                <a:spcPts val="1200"/>
              </a:spcAft>
              <a:buFont typeface="+mj-lt"/>
              <a:buAutoNum type="arabicPeriod"/>
            </a:pPr>
            <a:r>
              <a:rPr lang="en-US" dirty="0" smtClean="0"/>
              <a:t>Hostile </a:t>
            </a:r>
            <a:r>
              <a:rPr lang="en-US" dirty="0"/>
              <a:t>attachments that are password encrypted ZIP file </a:t>
            </a:r>
            <a:r>
              <a:rPr lang="en-US" dirty="0" smtClean="0"/>
              <a:t>which contains </a:t>
            </a:r>
            <a:r>
              <a:rPr lang="en-US" dirty="0"/>
              <a:t>a PDF which starts the infection chain.</a:t>
            </a:r>
          </a:p>
          <a:p>
            <a:pPr marL="514350" lvl="0" indent="-514350">
              <a:spcBef>
                <a:spcPts val="1200"/>
              </a:spcBef>
              <a:spcAft>
                <a:spcPts val="1200"/>
              </a:spcAft>
              <a:buFont typeface="+mj-lt"/>
              <a:buAutoNum type="arabicPeriod"/>
            </a:pPr>
            <a:r>
              <a:rPr lang="en-US" dirty="0" smtClean="0"/>
              <a:t>Brute force </a:t>
            </a:r>
            <a:r>
              <a:rPr lang="en-US" dirty="0"/>
              <a:t>login attacks against RDP servers which then plant ransomware</a:t>
            </a:r>
          </a:p>
          <a:p>
            <a:endParaRPr lang="en-US" dirty="0"/>
          </a:p>
        </p:txBody>
      </p:sp>
      <p:sp>
        <p:nvSpPr>
          <p:cNvPr id="4" name="Title 3"/>
          <p:cNvSpPr>
            <a:spLocks noGrp="1"/>
          </p:cNvSpPr>
          <p:nvPr>
            <p:ph type="title"/>
          </p:nvPr>
        </p:nvSpPr>
        <p:spPr/>
        <p:txBody>
          <a:bodyPr/>
          <a:lstStyle/>
          <a:p>
            <a:r>
              <a:rPr lang="en-GB" dirty="0" smtClean="0"/>
              <a:t>IT SPREAD LIKE WILDFIRE BECAUSE OF ITS WORM</a:t>
            </a:r>
            <a:endParaRPr lang="en-US" dirty="0"/>
          </a:p>
        </p:txBody>
      </p:sp>
      <p:sp>
        <p:nvSpPr>
          <p:cNvPr id="5" name="Date Placeholder 4"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35829631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hidden="1"/>
          <p:cNvSpPr>
            <a:spLocks noGrp="1"/>
          </p:cNvSpPr>
          <p:nvPr>
            <p:ph type="ftr" sz="quarter" idx="10"/>
          </p:nvPr>
        </p:nvSpPr>
        <p:spPr/>
        <p:txBody>
          <a:bodyPr/>
          <a:lstStyle/>
          <a:p>
            <a:r>
              <a:rPr lang="en-GB" smtClean="0"/>
              <a:t> [Internal Use] for Check Point employees​</a:t>
            </a:r>
            <a:endParaRPr lang="en-US" dirty="0"/>
          </a:p>
        </p:txBody>
      </p:sp>
      <p:sp>
        <p:nvSpPr>
          <p:cNvPr id="3" name="Content Placeholder 2"/>
          <p:cNvSpPr>
            <a:spLocks noGrp="1"/>
          </p:cNvSpPr>
          <p:nvPr>
            <p:ph sz="quarter" idx="11"/>
          </p:nvPr>
        </p:nvSpPr>
        <p:spPr>
          <a:xfrm>
            <a:off x="583074" y="1404172"/>
            <a:ext cx="11000914" cy="5262880"/>
          </a:xfrm>
        </p:spPr>
        <p:txBody>
          <a:bodyPr/>
          <a:lstStyle/>
          <a:p>
            <a:r>
              <a:rPr lang="en-GB" dirty="0" smtClean="0"/>
              <a:t>Incident Response were involved immediately with several customers WW</a:t>
            </a:r>
          </a:p>
          <a:p>
            <a:endParaRPr lang="en-GB" dirty="0" smtClean="0"/>
          </a:p>
          <a:p>
            <a:r>
              <a:rPr lang="en-GB" dirty="0" smtClean="0"/>
              <a:t>Threat Cloud and R&amp;D were quick to reverse engineer both the malware and the worm</a:t>
            </a:r>
          </a:p>
          <a:p>
            <a:endParaRPr lang="en-GB" dirty="0"/>
          </a:p>
          <a:p>
            <a:r>
              <a:rPr lang="en-GB" dirty="0" smtClean="0"/>
              <a:t>CP UK gained excellent press coverage on Friday</a:t>
            </a:r>
          </a:p>
          <a:p>
            <a:pPr lvl="1"/>
            <a:r>
              <a:rPr lang="en-GB" dirty="0" smtClean="0"/>
              <a:t>Comments in leading press</a:t>
            </a:r>
          </a:p>
          <a:p>
            <a:pPr lvl="1"/>
            <a:r>
              <a:rPr lang="en-GB" dirty="0" smtClean="0"/>
              <a:t>BBC Radio Interview</a:t>
            </a:r>
          </a:p>
          <a:p>
            <a:pPr lvl="1"/>
            <a:r>
              <a:rPr lang="en-GB" dirty="0" smtClean="0"/>
              <a:t>BBC News Interview</a:t>
            </a:r>
            <a:endParaRPr lang="en-US" dirty="0" smtClean="0"/>
          </a:p>
          <a:p>
            <a:pPr lvl="1"/>
            <a:r>
              <a:rPr lang="en-GB" dirty="0" smtClean="0"/>
              <a:t>Social Media coverage</a:t>
            </a:r>
          </a:p>
        </p:txBody>
      </p:sp>
      <p:sp>
        <p:nvSpPr>
          <p:cNvPr id="4" name="Title 3"/>
          <p:cNvSpPr>
            <a:spLocks noGrp="1"/>
          </p:cNvSpPr>
          <p:nvPr>
            <p:ph type="title"/>
          </p:nvPr>
        </p:nvSpPr>
        <p:spPr/>
        <p:txBody>
          <a:bodyPr/>
          <a:lstStyle/>
          <a:p>
            <a:r>
              <a:rPr lang="en-GB" dirty="0" smtClean="0"/>
              <a:t>CHECK POINT AND WANNACRY</a:t>
            </a:r>
            <a:endParaRPr lang="en-US" dirty="0"/>
          </a:p>
        </p:txBody>
      </p:sp>
      <p:sp>
        <p:nvSpPr>
          <p:cNvPr id="5" name="Date Placeholder 4"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13141626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hidden="1"/>
          <p:cNvSpPr>
            <a:spLocks noGrp="1"/>
          </p:cNvSpPr>
          <p:nvPr>
            <p:ph type="ftr" sz="quarter" idx="10"/>
          </p:nvPr>
        </p:nvSpPr>
        <p:spPr/>
        <p:txBody>
          <a:bodyPr/>
          <a:lstStyle/>
          <a:p>
            <a:r>
              <a:rPr lang="en-GB" smtClean="0"/>
              <a:t> [Internal Use] for Check Point employees​</a:t>
            </a:r>
            <a:endParaRPr lang="en-US" dirty="0"/>
          </a:p>
        </p:txBody>
      </p:sp>
      <p:sp>
        <p:nvSpPr>
          <p:cNvPr id="3" name="Content Placeholder 2"/>
          <p:cNvSpPr>
            <a:spLocks noGrp="1"/>
          </p:cNvSpPr>
          <p:nvPr>
            <p:ph sz="quarter" idx="11"/>
          </p:nvPr>
        </p:nvSpPr>
        <p:spPr/>
        <p:txBody>
          <a:bodyPr/>
          <a:lstStyle/>
          <a:p>
            <a:pPr lvl="0"/>
            <a:r>
              <a:rPr lang="en-US" b="1" u="sng" dirty="0"/>
              <a:t>DO NOT PAY</a:t>
            </a:r>
            <a:r>
              <a:rPr lang="en-US" dirty="0"/>
              <a:t> – evidence suggests that WannaCry does not decrypt on payment </a:t>
            </a:r>
            <a:endParaRPr lang="en-US" u="sng" dirty="0" smtClean="0"/>
          </a:p>
          <a:p>
            <a:pPr lvl="0"/>
            <a:endParaRPr lang="en-US" u="sng" dirty="0"/>
          </a:p>
          <a:p>
            <a:pPr lvl="0"/>
            <a:r>
              <a:rPr lang="en-US" b="1" u="sng" dirty="0" smtClean="0"/>
              <a:t>PATCH THE SYSTEMS</a:t>
            </a:r>
            <a:r>
              <a:rPr lang="en-US" b="1" dirty="0" smtClean="0"/>
              <a:t> – </a:t>
            </a:r>
            <a:r>
              <a:rPr lang="en-US" dirty="0" smtClean="0"/>
              <a:t>Windows </a:t>
            </a:r>
            <a:r>
              <a:rPr lang="en-US" dirty="0"/>
              <a:t>machines should be patched for vulnerabilities discussed in Microsoft Security Bulletin MS17-010 – Critical Security Update for Microsoft Windows SMB Server (4013389</a:t>
            </a:r>
            <a:r>
              <a:rPr lang="en-US" dirty="0" smtClean="0"/>
              <a:t>)</a:t>
            </a:r>
          </a:p>
          <a:p>
            <a:pPr lvl="0"/>
            <a:endParaRPr lang="en-US" dirty="0" smtClean="0"/>
          </a:p>
          <a:p>
            <a:pPr lvl="0"/>
            <a:r>
              <a:rPr lang="en-US" dirty="0" smtClean="0"/>
              <a:t>Ensure </a:t>
            </a:r>
            <a:r>
              <a:rPr lang="en-US" dirty="0"/>
              <a:t>a backup is available that is not shared on the network</a:t>
            </a:r>
          </a:p>
          <a:p>
            <a:pPr lvl="0"/>
            <a:endParaRPr lang="en-US" dirty="0" smtClean="0"/>
          </a:p>
          <a:p>
            <a:pPr lvl="0"/>
            <a:r>
              <a:rPr lang="en-US" dirty="0" smtClean="0"/>
              <a:t>Block </a:t>
            </a:r>
            <a:r>
              <a:rPr lang="en-US" dirty="0"/>
              <a:t>encrypted password protected attachments from email gateways</a:t>
            </a:r>
          </a:p>
          <a:p>
            <a:endParaRPr lang="en-US" dirty="0"/>
          </a:p>
        </p:txBody>
      </p:sp>
      <p:sp>
        <p:nvSpPr>
          <p:cNvPr id="4" name="Title 3"/>
          <p:cNvSpPr>
            <a:spLocks noGrp="1"/>
          </p:cNvSpPr>
          <p:nvPr>
            <p:ph type="title"/>
          </p:nvPr>
        </p:nvSpPr>
        <p:spPr/>
        <p:txBody>
          <a:bodyPr/>
          <a:lstStyle/>
          <a:p>
            <a:r>
              <a:rPr lang="en-GB" dirty="0" smtClean="0"/>
              <a:t>BEST PRACTICES</a:t>
            </a:r>
            <a:endParaRPr lang="en-US" dirty="0"/>
          </a:p>
        </p:txBody>
      </p:sp>
      <p:sp>
        <p:nvSpPr>
          <p:cNvPr id="5" name="Date Placeholder 4"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21131925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hidden="1"/>
          <p:cNvSpPr>
            <a:spLocks noGrp="1"/>
          </p:cNvSpPr>
          <p:nvPr>
            <p:ph type="ftr" sz="quarter" idx="10"/>
          </p:nvPr>
        </p:nvSpPr>
        <p:spPr/>
        <p:txBody>
          <a:bodyPr/>
          <a:lstStyle/>
          <a:p>
            <a:r>
              <a:rPr lang="en-GB" smtClean="0"/>
              <a:t> [Internal Use] for Check Point employees​</a:t>
            </a:r>
            <a:endParaRPr lang="en-US" dirty="0"/>
          </a:p>
        </p:txBody>
      </p:sp>
      <p:sp>
        <p:nvSpPr>
          <p:cNvPr id="3" name="Content Placeholder 2"/>
          <p:cNvSpPr>
            <a:spLocks noGrp="1"/>
          </p:cNvSpPr>
          <p:nvPr>
            <p:ph sz="quarter" idx="11"/>
          </p:nvPr>
        </p:nvSpPr>
        <p:spPr/>
        <p:txBody>
          <a:bodyPr/>
          <a:lstStyle/>
          <a:p>
            <a:r>
              <a:rPr lang="en-GB" dirty="0"/>
              <a:t>IPS</a:t>
            </a:r>
          </a:p>
          <a:p>
            <a:pPr lvl="1"/>
            <a:r>
              <a:rPr lang="en-GB" dirty="0"/>
              <a:t>Multiple signatures to protect unpatched systems from initial infection</a:t>
            </a:r>
          </a:p>
          <a:p>
            <a:endParaRPr lang="en-GB" dirty="0" smtClean="0"/>
          </a:p>
          <a:p>
            <a:r>
              <a:rPr lang="en-GB" dirty="0" err="1" smtClean="0"/>
              <a:t>SandBlast</a:t>
            </a:r>
            <a:endParaRPr lang="en-GB" dirty="0"/>
          </a:p>
          <a:p>
            <a:pPr lvl="1"/>
            <a:r>
              <a:rPr lang="en-GB" dirty="0" smtClean="0"/>
              <a:t>Initial infection prevented</a:t>
            </a:r>
          </a:p>
          <a:p>
            <a:pPr lvl="1"/>
            <a:r>
              <a:rPr lang="en-GB" dirty="0" smtClean="0"/>
              <a:t>Evasive variants picked up</a:t>
            </a:r>
          </a:p>
          <a:p>
            <a:pPr lvl="1"/>
            <a:r>
              <a:rPr lang="en-GB" dirty="0" smtClean="0"/>
              <a:t>Ransomware rolled back</a:t>
            </a:r>
          </a:p>
          <a:p>
            <a:pPr lvl="1"/>
            <a:endParaRPr lang="en-GB" dirty="0"/>
          </a:p>
          <a:p>
            <a:r>
              <a:rPr lang="en-GB" dirty="0" smtClean="0"/>
              <a:t>Infinity</a:t>
            </a:r>
          </a:p>
          <a:p>
            <a:pPr lvl="1"/>
            <a:r>
              <a:rPr lang="en-GB" dirty="0" smtClean="0"/>
              <a:t>Prevention, Visibility, Coverage across entire architecture</a:t>
            </a:r>
            <a:endParaRPr lang="en-US" dirty="0"/>
          </a:p>
        </p:txBody>
      </p:sp>
      <p:sp>
        <p:nvSpPr>
          <p:cNvPr id="4" name="Title 3"/>
          <p:cNvSpPr>
            <a:spLocks noGrp="1"/>
          </p:cNvSpPr>
          <p:nvPr>
            <p:ph type="title"/>
          </p:nvPr>
        </p:nvSpPr>
        <p:spPr/>
        <p:txBody>
          <a:bodyPr/>
          <a:lstStyle/>
          <a:p>
            <a:r>
              <a:rPr lang="en-GB" dirty="0" smtClean="0"/>
              <a:t>CHECK POINT VS WANNACRY</a:t>
            </a:r>
            <a:endParaRPr lang="en-US" dirty="0"/>
          </a:p>
        </p:txBody>
      </p:sp>
      <p:sp>
        <p:nvSpPr>
          <p:cNvPr id="5" name="Date Placeholder 4"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30499540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hidden="1"/>
          <p:cNvSpPr>
            <a:spLocks noGrp="1"/>
          </p:cNvSpPr>
          <p:nvPr>
            <p:ph type="ftr" sz="quarter" idx="10"/>
          </p:nvPr>
        </p:nvSpPr>
        <p:spPr/>
        <p:txBody>
          <a:bodyPr/>
          <a:lstStyle/>
          <a:p>
            <a:r>
              <a:rPr lang="en-GB" smtClean="0"/>
              <a:t> [Internal Use] for Check Point employees​</a:t>
            </a:r>
            <a:endParaRPr lang="en-US" dirty="0"/>
          </a:p>
        </p:txBody>
      </p:sp>
      <p:sp>
        <p:nvSpPr>
          <p:cNvPr id="3" name="Content Placeholder 2"/>
          <p:cNvSpPr>
            <a:spLocks noGrp="1"/>
          </p:cNvSpPr>
          <p:nvPr>
            <p:ph sz="quarter" idx="11"/>
          </p:nvPr>
        </p:nvSpPr>
        <p:spPr/>
        <p:txBody>
          <a:bodyPr/>
          <a:lstStyle/>
          <a:p>
            <a:r>
              <a:rPr lang="en-GB" dirty="0" smtClean="0"/>
              <a:t>IF YOUR CUSTOMER IS AFFECTED – Engage Incident Response</a:t>
            </a:r>
          </a:p>
          <a:p>
            <a:endParaRPr lang="en-GB" dirty="0"/>
          </a:p>
          <a:p>
            <a:r>
              <a:rPr lang="en-GB" dirty="0" smtClean="0"/>
              <a:t>IF YOUR CUSTOMER WANTS INFORMATION – Get a f2f meeting</a:t>
            </a:r>
          </a:p>
          <a:p>
            <a:endParaRPr lang="en-GB" dirty="0"/>
          </a:p>
          <a:p>
            <a:r>
              <a:rPr lang="en-GB" dirty="0"/>
              <a:t>DO NOT PITCH – Consult, show them you understand what they’re trying to achieve</a:t>
            </a:r>
          </a:p>
          <a:p>
            <a:endParaRPr lang="en-US" dirty="0"/>
          </a:p>
        </p:txBody>
      </p:sp>
      <p:sp>
        <p:nvSpPr>
          <p:cNvPr id="4" name="Title 3"/>
          <p:cNvSpPr>
            <a:spLocks noGrp="1"/>
          </p:cNvSpPr>
          <p:nvPr>
            <p:ph type="title"/>
          </p:nvPr>
        </p:nvSpPr>
        <p:spPr/>
        <p:txBody>
          <a:bodyPr/>
          <a:lstStyle/>
          <a:p>
            <a:r>
              <a:rPr lang="en-GB" dirty="0" smtClean="0"/>
              <a:t>APPROACHING PARTNERS AND CUSTOMERS</a:t>
            </a:r>
            <a:endParaRPr lang="en-US" dirty="0"/>
          </a:p>
        </p:txBody>
      </p:sp>
      <p:sp>
        <p:nvSpPr>
          <p:cNvPr id="5" name="Date Placeholder 4" hidden="1"/>
          <p:cNvSpPr>
            <a:spLocks noGrp="1"/>
          </p:cNvSpPr>
          <p:nvPr>
            <p:ph type="dt" sz="quarter" idx="12"/>
          </p:nvPr>
        </p:nvSpPr>
        <p:spPr/>
        <p:txBody>
          <a:bodyPr/>
          <a:lstStyle/>
          <a:p>
            <a:endParaRPr lang="en-US"/>
          </a:p>
        </p:txBody>
      </p:sp>
    </p:spTree>
    <p:extLst>
      <p:ext uri="{BB962C8B-B14F-4D97-AF65-F5344CB8AC3E}">
        <p14:creationId xmlns:p14="http://schemas.microsoft.com/office/powerpoint/2010/main" val="8841717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hidden="1"/>
          <p:cNvSpPr>
            <a:spLocks noGrp="1"/>
          </p:cNvSpPr>
          <p:nvPr>
            <p:ph type="dt" sz="quarter" idx="12"/>
          </p:nvPr>
        </p:nvSpPr>
        <p:spPr/>
        <p:txBody>
          <a:bodyPr/>
          <a:lstStyle/>
          <a:p>
            <a:endParaRPr lang="en-US" dirty="0"/>
          </a:p>
        </p:txBody>
      </p:sp>
      <p:sp>
        <p:nvSpPr>
          <p:cNvPr id="7" name="Text Placeholder 6"/>
          <p:cNvSpPr>
            <a:spLocks noGrp="1"/>
          </p:cNvSpPr>
          <p:nvPr>
            <p:ph type="body" sz="quarter" idx="11"/>
          </p:nvPr>
        </p:nvSpPr>
        <p:spPr/>
        <p:txBody>
          <a:bodyPr/>
          <a:lstStyle/>
          <a:p>
            <a:r>
              <a:rPr lang="en-US" dirty="0" smtClean="0"/>
              <a:t>Tues 16</a:t>
            </a:r>
            <a:r>
              <a:rPr lang="en-US" baseline="30000" dirty="0" smtClean="0"/>
              <a:t>th</a:t>
            </a:r>
            <a:r>
              <a:rPr lang="en-US" dirty="0" smtClean="0"/>
              <a:t> – UK Briefing on our playbook</a:t>
            </a:r>
          </a:p>
          <a:p>
            <a:endParaRPr lang="en-US" dirty="0"/>
          </a:p>
          <a:p>
            <a:r>
              <a:rPr lang="en-US" dirty="0" smtClean="0"/>
              <a:t>Wed 17</a:t>
            </a:r>
            <a:r>
              <a:rPr lang="en-US" baseline="30000" dirty="0" smtClean="0"/>
              <a:t>th</a:t>
            </a:r>
            <a:r>
              <a:rPr lang="en-US" dirty="0" smtClean="0"/>
              <a:t> – Webinar on threat and solutions</a:t>
            </a:r>
          </a:p>
          <a:p>
            <a:endParaRPr lang="en-US" dirty="0" smtClean="0"/>
          </a:p>
          <a:p>
            <a:r>
              <a:rPr lang="en-US" dirty="0" smtClean="0"/>
              <a:t>Wed 17</a:t>
            </a:r>
            <a:r>
              <a:rPr lang="en-US" baseline="30000" dirty="0" smtClean="0"/>
              <a:t>th</a:t>
            </a:r>
            <a:r>
              <a:rPr lang="en-US" dirty="0" smtClean="0"/>
              <a:t> – Fri 20</a:t>
            </a:r>
            <a:r>
              <a:rPr lang="en-US" baseline="30000" dirty="0" smtClean="0"/>
              <a:t>th</a:t>
            </a:r>
            <a:r>
              <a:rPr lang="en-US" dirty="0" smtClean="0"/>
              <a:t> – Technical Drop In’s at London Office</a:t>
            </a:r>
            <a:endParaRPr lang="en-US" dirty="0"/>
          </a:p>
          <a:p>
            <a:endParaRPr lang="en-US" dirty="0"/>
          </a:p>
        </p:txBody>
      </p:sp>
      <p:sp>
        <p:nvSpPr>
          <p:cNvPr id="8" name="Title 7"/>
          <p:cNvSpPr>
            <a:spLocks noGrp="1"/>
          </p:cNvSpPr>
          <p:nvPr>
            <p:ph type="title"/>
          </p:nvPr>
        </p:nvSpPr>
        <p:spPr>
          <a:xfrm>
            <a:off x="368300" y="1828800"/>
            <a:ext cx="3372166" cy="3020519"/>
          </a:xfrm>
        </p:spPr>
        <p:txBody>
          <a:bodyPr/>
          <a:lstStyle/>
          <a:p>
            <a:r>
              <a:rPr lang="en-US" sz="5400" dirty="0" smtClean="0"/>
              <a:t>What’s Next</a:t>
            </a:r>
            <a:endParaRPr lang="en-US" dirty="0"/>
          </a:p>
        </p:txBody>
      </p:sp>
      <p:sp>
        <p:nvSpPr>
          <p:cNvPr id="3" name="Footer Placeholder 2" hidden="1"/>
          <p:cNvSpPr>
            <a:spLocks noGrp="1"/>
          </p:cNvSpPr>
          <p:nvPr>
            <p:ph type="ftr" sz="quarter" idx="10"/>
          </p:nvPr>
        </p:nvSpPr>
        <p:spPr/>
        <p:txBody>
          <a:bodyPr/>
          <a:lstStyle/>
          <a:p>
            <a:r>
              <a:rPr lang="en-GB" smtClean="0"/>
              <a:t> [Internal Use] for Check Point employees​</a:t>
            </a:r>
            <a:endParaRPr lang="en-US"/>
          </a:p>
        </p:txBody>
      </p:sp>
    </p:spTree>
    <p:extLst>
      <p:ext uri="{BB962C8B-B14F-4D97-AF65-F5344CB8AC3E}">
        <p14:creationId xmlns:p14="http://schemas.microsoft.com/office/powerpoint/2010/main" val="500746458"/>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hidden="1"/>
          <p:cNvSpPr>
            <a:spLocks noGrp="1"/>
          </p:cNvSpPr>
          <p:nvPr>
            <p:ph type="dt" sz="half" idx="2"/>
          </p:nvPr>
        </p:nvSpPr>
        <p:spPr/>
        <p:txBody>
          <a:bodyPr/>
          <a:lstStyle/>
          <a:p>
            <a:endParaRPr lang="en-US" dirty="0"/>
          </a:p>
        </p:txBody>
      </p:sp>
      <p:sp>
        <p:nvSpPr>
          <p:cNvPr id="4" name="Subtitle 3"/>
          <p:cNvSpPr>
            <a:spLocks noGrp="1"/>
          </p:cNvSpPr>
          <p:nvPr>
            <p:ph type="subTitle" idx="1"/>
          </p:nvPr>
        </p:nvSpPr>
        <p:spPr/>
        <p:txBody>
          <a:bodyPr/>
          <a:lstStyle/>
          <a:p>
            <a:endParaRPr lang="en-US"/>
          </a:p>
        </p:txBody>
      </p:sp>
      <p:sp>
        <p:nvSpPr>
          <p:cNvPr id="8" name="Text Placeholder 7"/>
          <p:cNvSpPr>
            <a:spLocks noGrp="1"/>
          </p:cNvSpPr>
          <p:nvPr>
            <p:ph type="body" sz="quarter" idx="13"/>
          </p:nvPr>
        </p:nvSpPr>
        <p:spPr/>
        <p:txBody>
          <a:bodyPr/>
          <a:lstStyle/>
          <a:p>
            <a:endParaRPr lang="en-US" dirty="0"/>
          </a:p>
        </p:txBody>
      </p:sp>
      <p:sp>
        <p:nvSpPr>
          <p:cNvPr id="5" name="Text Placeholder 4"/>
          <p:cNvSpPr>
            <a:spLocks noGrp="1"/>
          </p:cNvSpPr>
          <p:nvPr>
            <p:ph type="body" sz="quarter" idx="14"/>
          </p:nvPr>
        </p:nvSpPr>
        <p:spPr/>
        <p:txBody>
          <a:bodyPr/>
          <a:lstStyle/>
          <a:p>
            <a:r>
              <a:rPr lang="en-US" dirty="0"/>
              <a:t>THANK YOU</a:t>
            </a:r>
          </a:p>
          <a:p>
            <a:endParaRPr lang="en-US" dirty="0"/>
          </a:p>
        </p:txBody>
      </p:sp>
      <p:sp>
        <p:nvSpPr>
          <p:cNvPr id="2" name="Footer Placeholder 1" hidden="1"/>
          <p:cNvSpPr>
            <a:spLocks noGrp="1"/>
          </p:cNvSpPr>
          <p:nvPr>
            <p:ph type="ftr" sz="quarter" idx="3"/>
          </p:nvPr>
        </p:nvSpPr>
        <p:spPr/>
        <p:txBody>
          <a:bodyPr/>
          <a:lstStyle/>
          <a:p>
            <a:r>
              <a:rPr lang="en-GB" smtClean="0"/>
              <a:t> [Internal Use] for Check Point employees​</a:t>
            </a:r>
            <a:endParaRPr lang="en-US"/>
          </a:p>
        </p:txBody>
      </p:sp>
    </p:spTree>
    <p:extLst>
      <p:ext uri="{BB962C8B-B14F-4D97-AF65-F5344CB8AC3E}">
        <p14:creationId xmlns:p14="http://schemas.microsoft.com/office/powerpoint/2010/main" val="3390137244"/>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blank">
  <a:themeElements>
    <a:clrScheme name="Check Point 2016">
      <a:dk1>
        <a:srgbClr val="4D4D4F"/>
      </a:dk1>
      <a:lt1>
        <a:srgbClr val="FFFFFF"/>
      </a:lt1>
      <a:dk2>
        <a:srgbClr val="777777"/>
      </a:dk2>
      <a:lt2>
        <a:srgbClr val="D5D5D5"/>
      </a:lt2>
      <a:accent1>
        <a:srgbClr val="E45785"/>
      </a:accent1>
      <a:accent2>
        <a:srgbClr val="72183E"/>
      </a:accent2>
      <a:accent3>
        <a:srgbClr val="A7A9AC"/>
      </a:accent3>
      <a:accent4>
        <a:srgbClr val="202121"/>
      </a:accent4>
      <a:accent5>
        <a:srgbClr val="DCDBDC"/>
      </a:accent5>
      <a:accent6>
        <a:srgbClr val="6D6E71"/>
      </a:accent6>
      <a:hlink>
        <a:srgbClr val="293896"/>
      </a:hlink>
      <a:folHlink>
        <a:srgbClr val="592351"/>
      </a:folHlink>
    </a:clrScheme>
    <a:fontScheme name="Check Point 2016">
      <a:majorFont>
        <a:latin typeface="Calibri"/>
        <a:ea typeface=""/>
        <a:cs typeface=""/>
      </a:majorFont>
      <a:minorFont>
        <a:latin typeface="Calibri"/>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w="12700" algn="ctr">
          <a:noFill/>
          <a:miter lim="800000"/>
          <a:headEnd/>
          <a:tailEnd/>
        </a:ln>
        <a:effectLs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80000"/>
          </a:lnSpc>
          <a:spcBef>
            <a:spcPts val="1200"/>
          </a:spcBef>
          <a:spcAft>
            <a:spcPts val="0"/>
          </a:spcAft>
          <a:buSzPct val="115000"/>
          <a:defRPr sz="2400" dirty="0" err="1" smtClean="0">
            <a:latin typeface="+mn-lt"/>
          </a:defRPr>
        </a:defPPr>
      </a:lstStyle>
    </a:spDef>
    <a:lnDef>
      <a:spPr bwMode="auto">
        <a:solidFill>
          <a:schemeClr val="bg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bwMode="auto">
        <a:noFill/>
        <a:ln>
          <a:noFill/>
        </a:ln>
        <a:effectLst/>
        <a:extLst/>
      </a:spPr>
      <a:bodyPr vert="horz" wrap="none" lIns="91440" tIns="45720" rIns="91440" bIns="45720" numCol="1" rtlCol="0" anchor="ctr" anchorCtr="0" compatLnSpc="1">
        <a:prstTxWarp prst="textNoShape">
          <a:avLst/>
        </a:prstTxWarp>
        <a:spAutoFit/>
      </a:bodyPr>
      <a:lstStyle>
        <a:defPPr>
          <a:spcBef>
            <a:spcPts val="0"/>
          </a:spcBef>
          <a:defRPr sz="2400" dirty="0" err="1" smtClean="0">
            <a:solidFill>
              <a:schemeClr val="bg2">
                <a:lumMod val="50000"/>
              </a:schemeClr>
            </a:solidFill>
            <a:latin typeface="+mn-lt"/>
          </a:defRPr>
        </a:defPPr>
      </a:lstStyle>
    </a:txDef>
  </a:objectDefaults>
  <a:extraClrSchemeLst>
    <a:extraClrScheme>
      <a:clrScheme name="PPTtemplates_10_01_26_r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templates_10_01_26_rp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PTtemplates_10_01_26_rp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PTtemplates_10_01_26_rp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PTtemplates_10_01_26_rp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PTtemplates_10_01_26_rp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PTtemplates_10_01_26_rp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PTtemplates_10_01_26_rp 8">
        <a:dk1>
          <a:srgbClr val="4E4E4E"/>
        </a:dk1>
        <a:lt1>
          <a:srgbClr val="FFFFFF"/>
        </a:lt1>
        <a:dk2>
          <a:srgbClr val="245491"/>
        </a:dk2>
        <a:lt2>
          <a:srgbClr val="777777"/>
        </a:lt2>
        <a:accent1>
          <a:srgbClr val="6553A0"/>
        </a:accent1>
        <a:accent2>
          <a:srgbClr val="000073"/>
        </a:accent2>
        <a:accent3>
          <a:srgbClr val="FFFFFF"/>
        </a:accent3>
        <a:accent4>
          <a:srgbClr val="414141"/>
        </a:accent4>
        <a:accent5>
          <a:srgbClr val="B8B3CD"/>
        </a:accent5>
        <a:accent6>
          <a:srgbClr val="000068"/>
        </a:accent6>
        <a:hlink>
          <a:srgbClr val="F06414"/>
        </a:hlink>
        <a:folHlink>
          <a:srgbClr val="A2B000"/>
        </a:folHlink>
      </a:clrScheme>
      <a:clrMap bg1="lt1" tx1="dk1" bg2="lt2" tx2="dk2" accent1="accent1" accent2="accent2" accent3="accent3" accent4="accent4" accent5="accent5" accent6="accent6" hlink="hlink" folHlink="folHlink"/>
    </a:extraClrScheme>
    <a:extraClrScheme>
      <a:clrScheme name="PPTtemplates_10_01_26_rp 9">
        <a:dk1>
          <a:srgbClr val="4E4E4E"/>
        </a:dk1>
        <a:lt1>
          <a:srgbClr val="FFFFFF"/>
        </a:lt1>
        <a:dk2>
          <a:srgbClr val="245491"/>
        </a:dk2>
        <a:lt2>
          <a:srgbClr val="777777"/>
        </a:lt2>
        <a:accent1>
          <a:srgbClr val="95B8CF"/>
        </a:accent1>
        <a:accent2>
          <a:srgbClr val="000073"/>
        </a:accent2>
        <a:accent3>
          <a:srgbClr val="FFFFFF"/>
        </a:accent3>
        <a:accent4>
          <a:srgbClr val="414141"/>
        </a:accent4>
        <a:accent5>
          <a:srgbClr val="C8D8E4"/>
        </a:accent5>
        <a:accent6>
          <a:srgbClr val="000068"/>
        </a:accent6>
        <a:hlink>
          <a:srgbClr val="F06414"/>
        </a:hlink>
        <a:folHlink>
          <a:srgbClr val="A2B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Presentation1" id="{C3E680E7-C5E5-4B20-816C-7F423D943186}" vid="{D4B0293E-1D6B-4159-BF23-D70143FAFADC}"/>
    </a:ext>
  </a:extLst>
</a:theme>
</file>

<file path=ppt/theme/theme2.xml><?xml version="1.0" encoding="utf-8"?>
<a:theme xmlns:a="http://schemas.openxmlformats.org/drawingml/2006/main" name="Office Theme">
  <a:themeElements>
    <a:clrScheme name="Checkpoint">
      <a:dk1>
        <a:srgbClr val="4D4D4F"/>
      </a:dk1>
      <a:lt1>
        <a:srgbClr val="FFFFFF"/>
      </a:lt1>
      <a:dk2>
        <a:srgbClr val="777777"/>
      </a:dk2>
      <a:lt2>
        <a:srgbClr val="D5D5D5"/>
      </a:lt2>
      <a:accent1>
        <a:srgbClr val="F599B1"/>
      </a:accent1>
      <a:accent2>
        <a:srgbClr val="E45785"/>
      </a:accent2>
      <a:accent3>
        <a:srgbClr val="A82B52"/>
      </a:accent3>
      <a:accent4>
        <a:srgbClr val="72173D"/>
      </a:accent4>
      <a:accent5>
        <a:srgbClr val="E06025"/>
      </a:accent5>
      <a:accent6>
        <a:srgbClr val="FFE600"/>
      </a:accent6>
      <a:hlink>
        <a:srgbClr val="293896"/>
      </a:hlink>
      <a:folHlink>
        <a:srgbClr val="592351"/>
      </a:folHlink>
    </a:clrScheme>
    <a:fontScheme name="Check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eckpoint">
      <a:dk1>
        <a:srgbClr val="4D4D4F"/>
      </a:dk1>
      <a:lt1>
        <a:srgbClr val="FFFFFF"/>
      </a:lt1>
      <a:dk2>
        <a:srgbClr val="777777"/>
      </a:dk2>
      <a:lt2>
        <a:srgbClr val="D5D5D5"/>
      </a:lt2>
      <a:accent1>
        <a:srgbClr val="F599B1"/>
      </a:accent1>
      <a:accent2>
        <a:srgbClr val="E45785"/>
      </a:accent2>
      <a:accent3>
        <a:srgbClr val="A82B52"/>
      </a:accent3>
      <a:accent4>
        <a:srgbClr val="72173D"/>
      </a:accent4>
      <a:accent5>
        <a:srgbClr val="E06025"/>
      </a:accent5>
      <a:accent6>
        <a:srgbClr val="FFE600"/>
      </a:accent6>
      <a:hlink>
        <a:srgbClr val="293896"/>
      </a:hlink>
      <a:folHlink>
        <a:srgbClr val="592351"/>
      </a:folHlink>
    </a:clrScheme>
    <a:fontScheme name="Check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115</TotalTime>
  <Words>580</Words>
  <Application>Microsoft Office PowerPoint</Application>
  <PresentationFormat>Custom</PresentationFormat>
  <Paragraphs>99</Paragraphs>
  <Slides>13</Slides>
  <Notes>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blank</vt:lpstr>
      <vt:lpstr>PowerPoint Presentation</vt:lpstr>
      <vt:lpstr>Agenda</vt:lpstr>
      <vt:lpstr>WHAT IS WANNACRY</vt:lpstr>
      <vt:lpstr>HOW DOES IT FAIR AGAINST ITS COMPETITION?</vt:lpstr>
      <vt:lpstr>IT EXPLOITED VULNERABILITIES</vt:lpstr>
      <vt:lpstr>WHAT IS SMB AND WHY DOES IT MATTER?</vt:lpstr>
      <vt:lpstr>IT SPREAD LIKE WILDFIRE BECAUSE OF ITS WORM</vt:lpstr>
      <vt:lpstr>CHECK POINT AND WANNACRY</vt:lpstr>
      <vt:lpstr>BEST PRACTICES</vt:lpstr>
      <vt:lpstr>CHECK POINT VS WANNACRY</vt:lpstr>
      <vt:lpstr>APPROACHING PARTNERS AND CUSTOMERS</vt:lpstr>
      <vt:lpstr>What’s Next</vt:lpstr>
      <vt:lpstr>PowerPoint Presentation</vt:lpstr>
    </vt:vector>
  </TitlesOfParts>
  <Company>Check Point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Aatish A Pattni</dc:creator>
  <cp:lastModifiedBy>Aatish A Pattni</cp:lastModifiedBy>
  <cp:revision>14</cp:revision>
  <cp:lastPrinted>2013-06-12T23:53:29Z</cp:lastPrinted>
  <dcterms:created xsi:type="dcterms:W3CDTF">2017-05-15T13:00:28Z</dcterms:created>
  <dcterms:modified xsi:type="dcterms:W3CDTF">2017-05-15T21:12:59Z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NoClassification</vt:lpwstr>
  </property>
  <property fmtid="{D5CDD505-2E9C-101B-9397-08002B2CF9AE}" pid="3" name="ClassificationDisplay">
    <vt:lpwstr>[No Classification] </vt:lpwstr>
  </property>
  <property fmtid="{D5CDD505-2E9C-101B-9397-08002B2CF9AE}" pid="4" name="ClassificationEntries">
    <vt:lpwstr>50</vt:lpwstr>
  </property>
  <property fmtid="{D5CDD505-2E9C-101B-9397-08002B2CF9AE}" pid="5" name="Classification_1">
    <vt:lpwstr>WGB8ZnR5dHdGZkpmfmpwanSJPnOXICeDOz0rm46QczeDLSQubzs0Nj4nVFE=</vt:lpwstr>
  </property>
  <property fmtid="{D5CDD505-2E9C-101B-9397-08002B2CF9AE}" pid="6" name="Classification_2">
    <vt:lpwstr>WGB8ZnR5dHdGZEpifGp2YXSJPnOGKjqRIDAtgZ+dKSlIOjUgNYJfIS8pJSpATw==</vt:lpwstr>
  </property>
  <property fmtid="{D5CDD505-2E9C-101B-9397-08002B2CF9AE}" pid="7" name="Classification_3">
    <vt:lpwstr>WGB8ZnR5dHdGZEpifGp2Z3SJPnOVNzuDLDc8io9POjWWKS5+hjkhMjRcVA==</vt:lpwstr>
  </property>
  <property fmtid="{D5CDD505-2E9C-101B-9397-08002B2CF9AE}" pid="8" name="Classification_4">
    <vt:lpwstr>WGB8ZnR5dHdGZEpifGp2ZHSJPnONLDOfJS1oPY6HPDeaKzEgMFKWg5qNj1oiLyQ0NEBC</vt:lpwstr>
  </property>
  <property fmtid="{D5CDD505-2E9C-101B-9397-08002B2CF9AE}" pid="9" name="Classification_5">
    <vt:lpwstr>WGB1f2l7dXVVd0FidWJ8aGduU4mIfoaSOiA6hoiALSFIOjUgNYJfIS8pJSpATw==</vt:lpwstr>
  </property>
  <property fmtid="{D5CDD505-2E9C-101B-9397-08002B2CF9AE}" pid="10" name="Verifier">
    <vt:lpwstr>IyCHJSc6Ni2APpMzOzkqPA==</vt:lpwstr>
  </property>
  <property fmtid="{D5CDD505-2E9C-101B-9397-08002B2CF9AE}" pid="11" name="PolicyName">
    <vt:lpwstr>IyBkiiooNjePMZkxLiQsPTo=</vt:lpwstr>
  </property>
  <property fmtid="{D5CDD505-2E9C-101B-9397-08002B2CF9AE}" pid="12" name="Version">
    <vt:lpwstr>Xw==</vt:lpwstr>
  </property>
  <property fmtid="{D5CDD505-2E9C-101B-9397-08002B2CF9AE}" pid="13" name="PolicyID">
    <vt:lpwstr>Xn1xLyMoIHRLbpYweH1xM2BqXnAmIDFaeWN5i1lCenBEeich</vt:lpwstr>
  </property>
  <property fmtid="{D5CDD505-2E9C-101B-9397-08002B2CF9AE}" pid="14" name="DomainID">
    <vt:lpwstr>XX90eXZ5dXRLZ0Bif311YmRpXnh1dWRaeWR4X1tEeHVDeHV1</vt:lpwstr>
  </property>
  <property fmtid="{D5CDD505-2E9C-101B-9397-08002B2CF9AE}" pid="15" name="HText">
    <vt:lpwstr>NoYqPSM7KyWKdyUhKo1lNDsrU4stIDecaYQnhoWAaCCeOCkqLYyBgA==</vt:lpwstr>
  </property>
  <property fmtid="{D5CDD505-2E9C-101B-9397-08002B2CF9AE}" pid="16" name="FText">
    <vt:lpwstr>NoYqPSM7KyWKdyUhKo1lNDsrU4stIDecaYQnhoWAaCCeOCkqLYyBgA==</vt:lpwstr>
  </property>
  <property fmtid="{D5CDD505-2E9C-101B-9397-08002B2CF9AE}" pid="17" name="WMark">
    <vt:lpwstr>JSYjISowZZaDJIQgJjMxNzA=</vt:lpwstr>
  </property>
  <property fmtid="{D5CDD505-2E9C-101B-9397-08002B2CF9AE}" pid="18" name="Set">
    <vt:lpwstr>Ky4oOiM=</vt:lpwstr>
  </property>
  <property fmtid="{D5CDD505-2E9C-101B-9397-08002B2CF9AE}" pid="19" name="Classification_6">
    <vt:lpwstr>W2B1eml7dXVVd0FidWR8aGZpU4mIfoaSOiA6hoiALSFILC4wJoaAkj+PjISTlJGalp6GQZOKn08tLiY8OigtIFY=</vt:lpwstr>
  </property>
  <property fmtid="{D5CDD505-2E9C-101B-9397-08002B2CF9AE}" pid="20" name="Classification_7">
    <vt:lpwstr>VWBzZnR5dHBGbkphfmp0anSYPnOGKjqRIDAtgZ+dKSlIKy8sNSmHm5qPj5Gflo+BUZOdgksmOD0oSDcrOSA=</vt:lpwstr>
  </property>
  <property fmtid="{D5CDD505-2E9C-101B-9397-08002B2CF9AE}" pid="21" name="Classification_8">
    <vt:lpwstr>VWBzZnR5dHBGbkpneGp0ZHSYPnOVNzuDLDc8io9PKy+aKYUmPIyHmI+DjY+EUYKakksxJTkkXzAsKT8=</vt:lpwstr>
  </property>
  <property fmtid="{D5CDD505-2E9C-101B-9397-08002B2CF9AE}" pid="22" name="Classification_9">
    <vt:lpwstr>VWBzZnR5dHBGZkBofmB/YGZ5MoV+jT2QITgxTzmROzGBISYxMY1fkJWFhSGTl4SWlICdhp6RXJeGiEgtPyUtPSIyMzs=</vt:lpwstr>
  </property>
  <property fmtid="{D5CDD505-2E9C-101B-9397-08002B2CF9AE}" pid="23" name="Classification_10">
    <vt:lpwstr>VWB8ZnR5dHBGZkpnfWp2YnSJPnOGKjqRIDAtgZ+dKSlIKy8sNSmHm5qPj5Gflo+BUZOdgksmOD0oSDcrOSA=</vt:lpwstr>
  </property>
  <property fmtid="{D5CDD505-2E9C-101B-9397-08002B2CF9AE}" pid="24" name="Classification_11">
    <vt:lpwstr>VWB8ZnR5dHBGZkpne2p3ZHSJPnOVNzuDLDc8io9PKy+aKYUmPIyHmI+DjY+EUYKakksxJTkkXzAsKT8=</vt:lpwstr>
  </property>
  <property fmtid="{D5CDD505-2E9C-101B-9397-08002B2CF9AE}" pid="25" name="Classification_12">
    <vt:lpwstr>VGB9ZnR5dHBGY0pgd2p0a3SJPnOGKjqRIDAtgZ+dKSlIKy8sNSmHm5qPj5Gflo+BUZOdgksmOD0oSD5YQlxcPVZH</vt:lpwstr>
  </property>
  <property fmtid="{D5CDD505-2E9C-101B-9397-08002B2CF9AE}" pid="26" name="Classification_13">
    <vt:lpwstr>VGB9ZnR5dHBGY0pgd2p2YXSJPnOVNzuDLDc8io9PKy+aKYUmPIyHmI+DjY+EUYKakksxJTkkXzlfUkNeWFxc</vt:lpwstr>
  </property>
  <property fmtid="{D5CDD505-2E9C-101B-9397-08002B2CF9AE}" pid="27" name="Classification_14">
    <vt:lpwstr>XH5re3Zmd3RXY1BhdWVyaGRgU5iIfpeYJzIhi46aPCySJH4mPoCFM5yEgYKbj46ckYRcjJ+ISTcjLDJDOFpbIFZaT0Y=</vt:lpwstr>
  </property>
  <property fmtid="{D5CDD505-2E9C-101B-9397-08002B2CF9AE}" pid="28" name="Classification_15">
    <vt:lpwstr>XH5re3Zmd3RXY1BmdWBxaGVuU5iIfoSFJiAtjJ+RLH6QIiwklIqMlpyHlI6ZkZVbnJ+fVDMvOzVEKEVZRVxBIFc=</vt:lpwstr>
  </property>
  <property fmtid="{D5CDD505-2E9C-101B-9397-08002B2CF9AE}" pid="29" name="Classification_16">
    <vt:lpwstr>XH1rfWl7dXVSd0FidWF8aGZhU4mIfoaSOiA6hoiALSFIKy8sNSmHm5qPj5Gflo+BUZOdgksmOD0oSD5YQlxcPVZG</vt:lpwstr>
  </property>
  <property fmtid="{D5CDD505-2E9C-101B-9397-08002B2CF9AE}" pid="30" name="Classification_17">
    <vt:lpwstr>XH1rfWl7dXVSd0FidWF8aGdhU4mIfoSFJiAtjJ+RLH6QIiwklIqMlpyHlI6ZkZVbnJ+fVDMvOzVEKEVZRVxBIFc=</vt:lpwstr>
  </property>
  <property fmtid="{D5CDD505-2E9C-101B-9397-08002B2CF9AE}" pid="31" name="Classification_18">
    <vt:lpwstr>XH1rfWl7dXVSd0FidWNzaGFpU4mIfpeYJzIhi46aPCySJH4mPoCFM5yEgYKbj46ckYRcjJ+ISTcjLDJDOFpbIFZaT0Y=</vt:lpwstr>
  </property>
  <property fmtid="{D5CDD505-2E9C-101B-9397-08002B2CF9AE}" pid="32" name="Classification_19">
    <vt:lpwstr>XH1rfWl7dXVSd0FidWN9aGRtU4mIfoSFJiAtjJ+RLH6QIiwklIqMlpyHlI6ZkZVbnJ+fVDMvOzVEKEVZRVxBIFc=</vt:lpwstr>
  </property>
  <property fmtid="{D5CDD505-2E9C-101B-9397-08002B2CF9AE}" pid="33" name="Classification_20">
    <vt:lpwstr>XH1rcWl7dXVSd0NofmR/Z2x5I4V+iztXijgpnJidLiyQKTEsO4dfmYuEi4yAjI41nJiXjJuVnZ2HkV2NmoFXWjI/MDogLCBPLiAvOENc</vt:lpwstr>
  </property>
  <property fmtid="{D5CDD505-2E9C-101B-9397-08002B2CF9AE}" pid="34" name="Classification_21">
    <vt:lpwstr>XH1reHBmd3RXY1Bjf2p1ZW5sQWiEiG8lLCc8nYKXPCCXc36PgCErPi8/K0w0Oi05T0E=</vt:lpwstr>
  </property>
  <property fmtid="{D5CDD505-2E9C-101B-9397-08002B2CF9AE}" pid="35" name="Classification_22">
    <vt:lpwstr>XH1reHBmd3RXY1Bjf2p1am5pR2iEiG8nOzs8ioiALSFIIjEtO4SUgJAsh4mVnIqFkJmcm16GnZlSLycmOiE8QylaOzI8M19T</vt:lpwstr>
  </property>
  <property fmtid="{D5CDD505-2E9C-101B-9397-08002B2CF9AE}" pid="36" name="Classification_23">
    <vt:lpwstr>XH1re3Nmd3RXY1BjfWpxYm5rR2iViG85JnSLg4qHOyyVISYkIICLnUSei4SZjCGWl5WRhICKm5qdS5CBmFc/US41Pjw6LQ==</vt:lpwstr>
  </property>
  <property fmtid="{D5CDD505-2E9C-101B-9397-08002B2CF9AE}" pid="37" name="Classification_24">
    <vt:lpwstr>XGB1cGl7dXVTd0FidWN3aGBqU4mIfoaSOiA6hoiALSFIc4aPnShJPklbVFFdT1A=</vt:lpwstr>
  </property>
  <property fmtid="{D5CDD505-2E9C-101B-9397-08002B2CF9AE}" pid="38" name="Classification_25">
    <vt:lpwstr>XGB1cGl7dXVTd0FidWR8aGZvU4mIfoSFJiAtjJ+RLH6QIiwklIqMlpyHlI6ZkZVbnJ+fVDMvOzVEKEVZRVxBIFc=</vt:lpwstr>
  </property>
  <property fmtid="{D5CDD505-2E9C-101B-9397-08002B2CF9AE}" pid="39" name="Classification_26">
    <vt:lpwstr>XGB1cGl7dXVTd0FidWV1aGdrU4mIfpeYJzIhi46aPCySJH4mPoCFM5yEgYKbj46ckYRcjJ+ISTcjLDJDOFpbIFZaT0Y=</vt:lpwstr>
  </property>
  <property fmtid="{D5CDD505-2E9C-101B-9397-08002B2CF9AE}" pid="40" name="Classification_27">
    <vt:lpwstr>XGB1cGl7dXVTd0FidWV0aGZgU4mIfoSFJiAtjJ+RLH6QIiwklIqMlpyHlI6ZkZVbnJ+fVDMvOzVEKEVZRVxBIFc=</vt:lpwstr>
  </property>
  <property fmtid="{D5CDD505-2E9C-101B-9397-08002B2CF9AE}" pid="41" name="Classification_28">
    <vt:lpwstr>XGB2eWl7dXVTd0lofml/Ymx5MoV+iztXijgpnJidLiyQKTEsO4dfkJWFhSGTl4SWlICdhp6RXJeGiEgtPyUtPStBSEdAUl9T</vt:lpwstr>
  </property>
  <property fmtid="{D5CDD505-2E9C-101B-9397-08002B2CF9AE}" pid="42" name="Classification_29">
    <vt:lpwstr>XGB2eWl7dXVTd0lofWd/Y2d5MoV+lzGEPSYhjJ+RLH5Ii4+MlUQpRUhcVExATg==</vt:lpwstr>
  </property>
  <property fmtid="{D5CDD505-2E9C-101B-9397-08002B2CF9AE}" pid="43" name="Classification_30">
    <vt:lpwstr>XGB2eWl7dXVTd0lofWh/Z2x5MoV+iztXijgpnJidLiyQKTEsO4dfkJWFhSGTl4SWlICdhp6RXJeGiEgtPyUtPStBSEdAUl9T</vt:lpwstr>
  </property>
  <property fmtid="{D5CDD505-2E9C-101B-9397-08002B2CF9AE}" pid="44" name="Classification_31">
    <vt:lpwstr>XGB2eWl7dXVTd0lofGR/YWd5MoV+lzGEPSYhjJ+RLH5Ii4+MlUQpRUhcVExATg==</vt:lpwstr>
  </property>
  <property fmtid="{D5CDD505-2E9C-101B-9397-08002B2CF9AE}" pid="45" name="Classification_32">
    <vt:lpwstr>XGB2eWl7dXVTd0lofGV/Ym15MoV+iztXijgpnJidLiyQKTEsO4dfkJWFhSGTl4SWlICdhp6RXJeGiEgtPyUtPStBSEdAUl9T</vt:lpwstr>
  </property>
  <property fmtid="{D5CDD505-2E9C-101B-9397-08002B2CF9AE}" pid="46" name="Classification_33">
    <vt:lpwstr>XGB2eWl7dXVTd0loe2B/Y2R5MoV+lzGEPSYhjJ+RLH5Ii4+MlUQpRUhcVExATg==</vt:lpwstr>
  </property>
  <property fmtid="{D5CDD505-2E9C-101B-9397-08002B2CF9AE}" pid="47" name="Classification_34">
    <vt:lpwstr>XGB2eWl7dXVTd0loe2J/YWZ5MoV+iztXijgpnJidLiyQKTEsO4dfkJWFhSGTl4SWlICdhp6RXJeGiEgtPyUtPStBSEdAUl9T</vt:lpwstr>
  </property>
  <property fmtid="{D5CDD505-2E9C-101B-9397-08002B2CF9AE}" pid="48" name="Classification_35">
    <vt:lpwstr>XGB2eWl7dXVTd0Fof2F/Z2d5I4V+lzGEPSYhjJ+RLH5Ii4+MlUQpRUhcVExATg==</vt:lpwstr>
  </property>
  <property fmtid="{D5CDD505-2E9C-101B-9397-08002B2CF9AE}" pid="49" name="Classification_36">
    <vt:lpwstr>XGB2eWl7dXVTd0FoemB/Ymd5I4V+iztXijgpnJidLiyQKTEsO4dfmYuEi4yAjI41nJiXjJuVnZ2HkV2NmoFXWjI/MDogLCBPLiAvOENc</vt:lpwstr>
  </property>
  <property fmtid="{D5CDD505-2E9C-101B-9397-08002B2CF9AE}" pid="50" name="Classification_37">
    <vt:lpwstr>XGB2eWl7dXVTd0Nofmd/Y2B5I4V+lzGEPSYhjJ+RLH5Ii4+MlUQpRUhcVExATg==</vt:lpwstr>
  </property>
  <property fmtid="{D5CDD505-2E9C-101B-9397-08002B2CF9AE}" pid="51" name="Classification_38">
    <vt:lpwstr>XGB2eWl7dXVTd0Nofmd/YGV5I4V+iztXijgpnJidLiyQKTEsO4dfkJWFhSGTl4SWlICdhp6RXJeGiEgtPyUtPStBSEdAUl9T</vt:lpwstr>
  </property>
  <property fmtid="{D5CDD505-2E9C-101B-9397-08002B2CF9AE}" pid="52" name="Classification_39">
    <vt:lpwstr>XGB2eWl7dXVTd0NofGZ/Y2N5I4V+lzGEPSYhjJ+RLH5IgpGNmyQ0IDBBICQ8M1FE</vt:lpwstr>
  </property>
  <property fmtid="{D5CDD505-2E9C-101B-9397-08002B2CF9AE}" pid="53" name="Classification_40">
    <vt:lpwstr>XGB2eWl7dXVTd0dof2Z/YWd5I4V+iztXijgpnJidLiyQKTEsO4dfkJWFhSGTl4SWlICdhp6RXJeGiEgtPyUtPStBSEdAUl9T</vt:lpwstr>
  </property>
  <property fmtid="{D5CDD505-2E9C-101B-9397-08002B2CF9AE}" pid="54" name="Classification_41">
    <vt:lpwstr>XGB2eGl7dXVTd0lofmd/ZmN5MoV+lzGEPSYhjJ+RLH5Ii4+MlUQpRUhcVExATg==</vt:lpwstr>
  </property>
  <property fmtid="{D5CDD505-2E9C-101B-9397-08002B2CF9AE}" pid="55" name="Classification_42">
    <vt:lpwstr>XGB2eGl7dXVTd0FidWF2aGFuU4mIfpqYaZckjpiHISOaKyQxPYaKSJyGjYAwnImQnJuCgJmLhlqKip5VNiYlUUs6SUBAT0JSWw==</vt:lpwstr>
  </property>
  <property fmtid="{D5CDD505-2E9C-101B-9397-08002B2CF9AE}" pid="56" name="Classification_43">
    <vt:lpwstr>XGB2eGl7dXVTd0FidWFxaGdgU4mIfoaSOiA6hoiALSFIKy8sNSmHm5qPj5Gflo+BUZOdgksmOD0oSD5YQlxcPVZG</vt:lpwstr>
  </property>
  <property fmtid="{D5CDD505-2E9C-101B-9397-08002B2CF9AE}" pid="57" name="Classification_44">
    <vt:lpwstr>XGB2eGl7dXVTd0FidWFwaGFvU4mIfoSFJiAtjJ+RLH6QIiwklIqMlpyHlI6ZkZVbnJ+fVDMvOzVEKEVZRVxBIFc=</vt:lpwstr>
  </property>
  <property fmtid="{D5CDD505-2E9C-101B-9397-08002B2CF9AE}" pid="58" name="Classification_45">
    <vt:lpwstr>XGB2eGl7dXVTd0FidWFyaGRhU4mIfpqYaZckjpiHISOaKyQxPYaKSJyGjYAwnImQnJuCgJmLhlqKip5VNiYlUUs6SUBAT0JSWw==</vt:lpwstr>
  </property>
  <property fmtid="{D5CDD505-2E9C-101B-9397-08002B2CF9AE}" pid="59" name="Classification_46">
    <vt:lpwstr>XGB2cWl7dXVTd0FidWN3aGdtU4mIfpeYJzIhi46aPCySJH4mPoCFM5yEgYKbj46ckYRcjJ+ISTcjLDJDOFpbIFZaT0Y=</vt:lpwstr>
  </property>
  <property fmtid="{D5CDD505-2E9C-101B-9397-08002B2CF9AE}" pid="60" name="Classification_47">
    <vt:lpwstr>XGB2cWl7dXVTd0FidWN3aGBhU4mIfoSFJiAtjJ+RLH6QIiwklIqMlpyHlI6ZkZVbnJ+fVDMvOzVEKEVZRVxBIFc=</vt:lpwstr>
  </property>
  <property fmtid="{D5CDD505-2E9C-101B-9397-08002B2CF9AE}" pid="61" name="Classification_48">
    <vt:lpwstr>XGB2cWl7dXVTd0FidWN3aGFuU4mIfpqYaZckjpiHISOaKyQxPYaKSJyGjYAwnImQnJuCgJmLhlqKip5VNiYlUUs6SUBAT0JSWw==</vt:lpwstr>
  </property>
  <property fmtid="{D5CDD505-2E9C-101B-9397-08002B2CF9AE}" pid="62" name="Classification_49">
    <vt:lpwstr>XGB2cWl7dXVTd0FidWN2aGRqU4mIfoaSOiA6hoiALSFIKy8sNSmHm5qPj5Gflo+BUZOdgksmOD0oSD5YQlxcPVZG</vt:lpwstr>
  </property>
  <property fmtid="{D5CDD505-2E9C-101B-9397-08002B2CF9AE}" pid="63" name="Classification_50">
    <vt:lpwstr>XGB2cWl7dXVTd0FidWN2aGRgU4mIfoSFJiAtjJ+RLH6QIiwklIqMlpyHlI6ZkZVbnJ+fVDMvOzVEKEVZRVxBIFc=</vt:lpwstr>
  </property>
  <property fmtid="{D5CDD505-2E9C-101B-9397-08002B2CF9AE}" pid="64" name="chkptucos">
    <vt:i4>0</vt:i4>
  </property>
  <property fmtid="{D5CDD505-2E9C-101B-9397-08002B2CF9AE}" pid="65" name="lqminfo">
    <vt:i4>2</vt:i4>
  </property>
  <property fmtid="{D5CDD505-2E9C-101B-9397-08002B2CF9AE}" pid="66" name="lqmsess">
    <vt:lpwstr>08d8d2b0-f33c-4cde-a176-684a5f74ef3f</vt:lpwstr>
  </property>
</Properties>
</file>